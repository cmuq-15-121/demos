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557" r:id="rId2"/>
    <p:sldId id="257" r:id="rId3"/>
    <p:sldId id="558" r:id="rId4"/>
    <p:sldId id="260" r:id="rId5"/>
    <p:sldId id="263" r:id="rId6"/>
    <p:sldId id="561" r:id="rId7"/>
    <p:sldId id="562" r:id="rId8"/>
    <p:sldId id="264" r:id="rId9"/>
    <p:sldId id="547" r:id="rId10"/>
    <p:sldId id="546" r:id="rId11"/>
    <p:sldId id="565" r:id="rId12"/>
    <p:sldId id="564" r:id="rId13"/>
    <p:sldId id="576" r:id="rId14"/>
    <p:sldId id="567" r:id="rId15"/>
    <p:sldId id="570" r:id="rId16"/>
    <p:sldId id="572" r:id="rId17"/>
    <p:sldId id="573" r:id="rId18"/>
    <p:sldId id="574" r:id="rId19"/>
    <p:sldId id="575" r:id="rId20"/>
    <p:sldId id="577" r:id="rId21"/>
    <p:sldId id="568" r:id="rId22"/>
    <p:sldId id="579" r:id="rId23"/>
    <p:sldId id="580" r:id="rId24"/>
    <p:sldId id="581" r:id="rId25"/>
    <p:sldId id="583" r:id="rId26"/>
    <p:sldId id="578" r:id="rId27"/>
    <p:sldId id="569" r:id="rId28"/>
    <p:sldId id="582" r:id="rId29"/>
    <p:sldId id="584" r:id="rId30"/>
    <p:sldId id="585" r:id="rId31"/>
    <p:sldId id="586" r:id="rId32"/>
    <p:sldId id="587" r:id="rId33"/>
    <p:sldId id="566" r:id="rId34"/>
    <p:sldId id="589" r:id="rId35"/>
    <p:sldId id="588" r:id="rId36"/>
    <p:sldId id="548" r:id="rId37"/>
    <p:sldId id="549" r:id="rId38"/>
    <p:sldId id="550" r:id="rId39"/>
    <p:sldId id="552" r:id="rId40"/>
    <p:sldId id="55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0000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596" autoAdjust="0"/>
  </p:normalViewPr>
  <p:slideViewPr>
    <p:cSldViewPr snapToGrid="0">
      <p:cViewPr varScale="1">
        <p:scale>
          <a:sx n="52" d="100"/>
          <a:sy n="52" d="100"/>
        </p:scale>
        <p:origin x="119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87D91-DAF0-4763-853B-8C89576CC12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8CA59-AC17-49C7-A2D1-D8F06A983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0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29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60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8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52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F769A-074C-0B05-08FB-4162BA532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FCE9E-67D6-18CC-4624-91895E6C6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04750-3EA7-F363-D776-CF399445C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7C10B-BCCD-4236-C97D-604DB5F44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3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57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25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28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84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14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58CB-87C7-4F5F-1225-15405272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4DA6D-E836-D3F2-8DF2-D06C2AE34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210DD-01EE-1F6E-ABD6-48D09E79C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E0685-6459-8194-A699-1ABFC3242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35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558D-1D05-D1B3-CBCC-908E28F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52749-FC9A-5881-7CBF-B1EAB4F73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F25EB-EFB2-5E27-FD3E-D7E4F8C0A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86669-F556-CC6D-83B3-9CF403052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91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5771-6506-AE02-5955-3339C2D57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79FC8-F96D-28FD-06D7-905D625F5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33FDB-CCD8-11A2-B165-6FEFA1DE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575E-48B1-D9FF-0653-670BE131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3530-FF98-CC0A-A688-DED2F698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4595-F45B-185B-D8B6-BDF8FE78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8D33-F961-F684-614B-7CE901A7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70950-8B40-327E-6BEA-73601392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013BD-252B-F789-B2A6-082042AD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859DD-6139-AF6A-C97F-E2B1EFB4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0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A98F-3DFC-76B2-6CEA-3A831490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A662A-2148-7A3C-604C-00AA976B9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10784-5F12-5FCF-D51D-B2D5F64A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D838D-02FD-638E-3945-C2EC80F9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B1DF3-C60E-CBA5-E23E-1AC70C19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1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9340-B617-CC5D-7682-F3A73B32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D211-586B-E8CF-3D9B-F83734EAE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DE551-F838-11EF-4876-D365AEF2F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F6BFC-0020-6D68-0D4D-09E78E10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3A3D6-1A2A-0354-C91D-6696811B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20CF2-D0AB-A18F-3CC0-E0C1EA8A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8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8B01-715C-6681-669D-E4D88FF3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FE54A-F791-3A97-47A2-EC4EDBB6C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C6024-64BE-5661-954E-7EAB3A40E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32738-1A18-95F3-7BB9-CC190B4B8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AA5D3-8791-D5C8-AF0F-F6C1A586D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0EC8F-F029-602F-E1D0-F8FDA70C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38FEF-8247-A965-8286-806B94E6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99D24-7A73-61C1-7C21-7AE006A1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0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2F2B-4B6D-8DC0-B064-8C4F3650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219F5-FC76-45AD-4440-E1297CCF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39A41-79F6-F3E9-5AA8-E1DBAE4E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DE3F9-D69A-1FFB-D441-0FF4CA26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2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9D4CA-AF11-A881-1919-EE02F24D9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84056-98A4-62E2-12FA-0DDF9909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BB9D2-7FB3-C0F9-9F42-7ABAC8F1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8B5F-BCCD-C71C-4B1F-E0E3BA93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66F7-573F-20CD-B0D9-C4D19561B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C6FBC-CDE2-13CF-44FC-E14320BCF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A17FB-B552-B1E6-C274-C8F36D79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E04BC-6413-E8FF-7474-00357DD2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28B79-8114-2CD7-EFFD-CA51E643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617B-4E3F-2FBC-0D2C-CFEA2DD7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0BBC4-7498-D68A-BCD0-D1C9C48D8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5D728-E93F-779A-36FB-1D04B3867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200E8-533E-C204-8227-1F6B11A7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4001-492C-81AD-39A5-1CEACEDB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94893-A5B2-0EC8-2BAC-891894FA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A0C6-3D07-8603-3B4A-E31C209D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E485E-DA75-86A0-C93A-C078FEB2C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7476-1D84-9B3C-D40F-A87204BE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77E1A-E9A5-7399-B972-16358D6D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A5A32-C0FE-DBF2-8ADD-0B3860A7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1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66DE25-9315-462C-4445-E32985CD7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355BD-AFB7-2600-949F-B1ECB2701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EDD26-7CBE-6FFA-0A7C-D37027BA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B9A51-ED47-73D0-1D2F-61527CD3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47A65-4DBB-6707-54ED-B95538A7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4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5D44A-48DD-CBF6-FD31-166A7E52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F0D83-66E3-9821-8701-D852E91FC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B94F-D0EE-7989-F4FB-ED9CD6C13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A9E35-212F-49D4-A32F-B4AB0D76B5D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41D39-52CE-7F00-C734-95F164893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CF8D9-A022-80E0-FAAC-0C132F3D0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912A-523D-6E7A-0539-1085B983D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Comparator</a:t>
            </a:r>
          </a:p>
        </p:txBody>
      </p:sp>
    </p:spTree>
    <p:extLst>
      <p:ext uri="{BB962C8B-B14F-4D97-AF65-F5344CB8AC3E}">
        <p14:creationId xmlns:p14="http://schemas.microsoft.com/office/powerpoint/2010/main" val="3712801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Java: Comparable vs Comparator for Sorting | Hardeep Kaur posted on the  topic | LinkedIn">
            <a:extLst>
              <a:ext uri="{FF2B5EF4-FFF2-40B4-BE49-F238E27FC236}">
                <a16:creationId xmlns:a16="http://schemas.microsoft.com/office/drawing/2014/main" id="{40579378-7DA3-8853-67C8-D99A8A824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542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28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5CF7-DB55-96EF-6C84-39CCA728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439E-D5C7-DDFB-2F91-AD4B8596D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Binary Search Tree</a:t>
            </a:r>
          </a:p>
        </p:txBody>
      </p:sp>
    </p:spTree>
    <p:extLst>
      <p:ext uri="{BB962C8B-B14F-4D97-AF65-F5344CB8AC3E}">
        <p14:creationId xmlns:p14="http://schemas.microsoft.com/office/powerpoint/2010/main" val="378542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55E852-E8B1-0801-C3B3-2A9CBA64B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035" y="1929447"/>
            <a:ext cx="5936445" cy="36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20B7D-167F-8278-270A-52FFA7ED95B1}"/>
              </a:ext>
            </a:extLst>
          </p:cNvPr>
          <p:cNvCxnSpPr/>
          <p:nvPr/>
        </p:nvCxnSpPr>
        <p:spPr>
          <a:xfrm>
            <a:off x="2257832" y="2214494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3766811-7DA3-9265-0D17-E077B38A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Tree Terminology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F66400-3996-2D9F-6B3C-F703B0CB1F7A}"/>
              </a:ext>
            </a:extLst>
          </p:cNvPr>
          <p:cNvCxnSpPr/>
          <p:nvPr/>
        </p:nvCxnSpPr>
        <p:spPr>
          <a:xfrm>
            <a:off x="2257832" y="3242291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E05A1B-BB9D-79B7-EEA6-04611BE9379C}"/>
              </a:ext>
            </a:extLst>
          </p:cNvPr>
          <p:cNvCxnSpPr/>
          <p:nvPr/>
        </p:nvCxnSpPr>
        <p:spPr>
          <a:xfrm>
            <a:off x="2257832" y="4255204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7E7D9C-D3EF-25AA-0A15-144E606F5536}"/>
              </a:ext>
            </a:extLst>
          </p:cNvPr>
          <p:cNvCxnSpPr/>
          <p:nvPr/>
        </p:nvCxnSpPr>
        <p:spPr>
          <a:xfrm>
            <a:off x="2257832" y="5268117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10B3344-78A1-5C84-6F0C-9C382E83935F}"/>
              </a:ext>
            </a:extLst>
          </p:cNvPr>
          <p:cNvSpPr/>
          <p:nvPr/>
        </p:nvSpPr>
        <p:spPr>
          <a:xfrm>
            <a:off x="5057369" y="1975576"/>
            <a:ext cx="749721" cy="5206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7AA82-9113-4105-26B4-B42C4D15BC0A}"/>
              </a:ext>
            </a:extLst>
          </p:cNvPr>
          <p:cNvSpPr txBox="1"/>
          <p:nvPr/>
        </p:nvSpPr>
        <p:spPr>
          <a:xfrm>
            <a:off x="5606299" y="1269678"/>
            <a:ext cx="820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root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83E8A-C269-BFDF-5622-85F73F4661C9}"/>
              </a:ext>
            </a:extLst>
          </p:cNvPr>
          <p:cNvCxnSpPr>
            <a:stCxn id="12" idx="2"/>
          </p:cNvCxnSpPr>
          <p:nvPr/>
        </p:nvCxnSpPr>
        <p:spPr>
          <a:xfrm flipH="1">
            <a:off x="5607742" y="1639010"/>
            <a:ext cx="408809" cy="336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3EC9C7-D750-A43C-B0BF-55532F858C36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047587" y="1851440"/>
            <a:ext cx="49837" cy="115177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05D9E6-194A-5015-744B-5A2CD82F7391}"/>
              </a:ext>
            </a:extLst>
          </p:cNvPr>
          <p:cNvSpPr txBox="1"/>
          <p:nvPr/>
        </p:nvSpPr>
        <p:spPr>
          <a:xfrm>
            <a:off x="7557884" y="1482108"/>
            <a:ext cx="107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child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BD1E6E-7EAE-C7A6-E7CA-605D6E4BDD42}"/>
              </a:ext>
            </a:extLst>
          </p:cNvPr>
          <p:cNvCxnSpPr>
            <a:cxnSpLocks/>
          </p:cNvCxnSpPr>
          <p:nvPr/>
        </p:nvCxnSpPr>
        <p:spPr>
          <a:xfrm flipV="1">
            <a:off x="5922256" y="5548644"/>
            <a:ext cx="126002" cy="56569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5C79179-BFE1-71CE-0A8F-B311FCF73707}"/>
              </a:ext>
            </a:extLst>
          </p:cNvPr>
          <p:cNvSpPr txBox="1"/>
          <p:nvPr/>
        </p:nvSpPr>
        <p:spPr>
          <a:xfrm>
            <a:off x="4940360" y="6154017"/>
            <a:ext cx="19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Leaf</a:t>
            </a: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251890C3-BFDD-3A6E-1F4B-32D009B7C83F}"/>
              </a:ext>
            </a:extLst>
          </p:cNvPr>
          <p:cNvCxnSpPr>
            <a:cxnSpLocks/>
            <a:stCxn id="1025" idx="2"/>
          </p:cNvCxnSpPr>
          <p:nvPr/>
        </p:nvCxnSpPr>
        <p:spPr>
          <a:xfrm flipH="1">
            <a:off x="6623983" y="1352426"/>
            <a:ext cx="799560" cy="137343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51A5089B-5535-D923-AEDC-0DB8AEF99BB5}"/>
              </a:ext>
            </a:extLst>
          </p:cNvPr>
          <p:cNvSpPr txBox="1"/>
          <p:nvPr/>
        </p:nvSpPr>
        <p:spPr>
          <a:xfrm>
            <a:off x="6426803" y="983094"/>
            <a:ext cx="19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edge</a:t>
            </a:r>
          </a:p>
        </p:txBody>
      </p:sp>
      <p:sp>
        <p:nvSpPr>
          <p:cNvPr id="1035" name="Isosceles Triangle 1034">
            <a:extLst>
              <a:ext uri="{FF2B5EF4-FFF2-40B4-BE49-F238E27FC236}">
                <a16:creationId xmlns:a16="http://schemas.microsoft.com/office/drawing/2014/main" id="{D1F68B7C-41CD-72E0-62E7-3CEBB1A825E9}"/>
              </a:ext>
            </a:extLst>
          </p:cNvPr>
          <p:cNvSpPr/>
          <p:nvPr/>
        </p:nvSpPr>
        <p:spPr>
          <a:xfrm>
            <a:off x="2693726" y="2595241"/>
            <a:ext cx="2938214" cy="2065756"/>
          </a:xfrm>
          <a:prstGeom prst="triangl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C1F01755-2856-AEC3-1B20-B9296923A66D}"/>
              </a:ext>
            </a:extLst>
          </p:cNvPr>
          <p:cNvSpPr txBox="1"/>
          <p:nvPr/>
        </p:nvSpPr>
        <p:spPr>
          <a:xfrm rot="18300317">
            <a:off x="2552519" y="3264216"/>
            <a:ext cx="1633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subtree</a:t>
            </a:r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2BA96CED-B31C-94A5-72B8-CEE38B625DEC}"/>
              </a:ext>
            </a:extLst>
          </p:cNvPr>
          <p:cNvSpPr/>
          <p:nvPr/>
        </p:nvSpPr>
        <p:spPr>
          <a:xfrm>
            <a:off x="5039727" y="1969075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22BB6286-C6C7-61A1-3EB6-C858F60BDD7F}"/>
              </a:ext>
            </a:extLst>
          </p:cNvPr>
          <p:cNvSpPr/>
          <p:nvPr/>
        </p:nvSpPr>
        <p:spPr>
          <a:xfrm>
            <a:off x="7557884" y="2981627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1E356A3E-6900-2BC1-4E9D-34C6BA34CFA4}"/>
              </a:ext>
            </a:extLst>
          </p:cNvPr>
          <p:cNvSpPr/>
          <p:nvPr/>
        </p:nvSpPr>
        <p:spPr>
          <a:xfrm>
            <a:off x="8189151" y="3988039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8B2A7F76-4836-481C-71DF-85C1F90813DC}"/>
              </a:ext>
            </a:extLst>
          </p:cNvPr>
          <p:cNvSpPr txBox="1"/>
          <p:nvPr/>
        </p:nvSpPr>
        <p:spPr>
          <a:xfrm>
            <a:off x="9889097" y="2044712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0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D019FFA-E85D-79B9-88A4-F7E968C55F0E}"/>
              </a:ext>
            </a:extLst>
          </p:cNvPr>
          <p:cNvSpPr txBox="1"/>
          <p:nvPr/>
        </p:nvSpPr>
        <p:spPr>
          <a:xfrm>
            <a:off x="9889097" y="3057264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1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737C9969-6F84-8C6C-A511-71234123CE8B}"/>
              </a:ext>
            </a:extLst>
          </p:cNvPr>
          <p:cNvSpPr txBox="1"/>
          <p:nvPr/>
        </p:nvSpPr>
        <p:spPr>
          <a:xfrm>
            <a:off x="9963060" y="4088244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2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313D3E32-5A11-85BF-1B9D-7ED6F14CDA53}"/>
              </a:ext>
            </a:extLst>
          </p:cNvPr>
          <p:cNvSpPr txBox="1"/>
          <p:nvPr/>
        </p:nvSpPr>
        <p:spPr>
          <a:xfrm>
            <a:off x="9963060" y="5047420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3</a:t>
            </a:r>
          </a:p>
        </p:txBody>
      </p:sp>
      <p:sp>
        <p:nvSpPr>
          <p:cNvPr id="1044" name="Arrow: Up-Down 1043">
            <a:extLst>
              <a:ext uri="{FF2B5EF4-FFF2-40B4-BE49-F238E27FC236}">
                <a16:creationId xmlns:a16="http://schemas.microsoft.com/office/drawing/2014/main" id="{E68DFD99-6B34-B581-2392-AF9B0D1EB6E6}"/>
              </a:ext>
            </a:extLst>
          </p:cNvPr>
          <p:cNvSpPr/>
          <p:nvPr/>
        </p:nvSpPr>
        <p:spPr>
          <a:xfrm>
            <a:off x="1161022" y="1975576"/>
            <a:ext cx="988470" cy="3543300"/>
          </a:xfrm>
          <a:prstGeom prst="up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666CE5D2-6BF6-235F-46AA-DBEC47887003}"/>
              </a:ext>
            </a:extLst>
          </p:cNvPr>
          <p:cNvSpPr txBox="1"/>
          <p:nvPr/>
        </p:nvSpPr>
        <p:spPr>
          <a:xfrm rot="16200000">
            <a:off x="92770" y="3477976"/>
            <a:ext cx="3046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Height of the Tree</a:t>
            </a:r>
          </a:p>
        </p:txBody>
      </p:sp>
    </p:spTree>
    <p:extLst>
      <p:ext uri="{BB962C8B-B14F-4D97-AF65-F5344CB8AC3E}">
        <p14:creationId xmlns:p14="http://schemas.microsoft.com/office/powerpoint/2010/main" val="131391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20" grpId="0"/>
      <p:bldP spid="30" grpId="0"/>
      <p:bldP spid="1025" grpId="0"/>
      <p:bldP spid="1035" grpId="0" animBg="1"/>
      <p:bldP spid="1036" grpId="0"/>
      <p:bldP spid="1037" grpId="0" animBg="1"/>
      <p:bldP spid="1038" grpId="0" animBg="1"/>
      <p:bldP spid="1039" grpId="0" animBg="1"/>
      <p:bldP spid="1040" grpId="0"/>
      <p:bldP spid="1041" grpId="0"/>
      <p:bldP spid="1042" grpId="0"/>
      <p:bldP spid="1043" grpId="0"/>
      <p:bldP spid="1044" grpId="0" animBg="1"/>
      <p:bldP spid="10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2E8C-057F-2972-DADE-B8070E26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Binary Search Tree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20E022-DDBD-60EF-AEA8-4A9DCE353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77" y="1968781"/>
            <a:ext cx="5308122" cy="327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6B619-A43F-DAC5-ACEC-339B313A7B2A}"/>
              </a:ext>
            </a:extLst>
          </p:cNvPr>
          <p:cNvSpPr txBox="1"/>
          <p:nvPr/>
        </p:nvSpPr>
        <p:spPr>
          <a:xfrm>
            <a:off x="6439516" y="2454577"/>
            <a:ext cx="45636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A node can have at most 2 children: left and right.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left subtree of a node always contains values less than the node.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right subtree of a node always contains values greater than the node.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D39D1-8B38-2791-9AB9-D32C9709E9CC}"/>
              </a:ext>
            </a:extLst>
          </p:cNvPr>
          <p:cNvSpPr txBox="1"/>
          <p:nvPr/>
        </p:nvSpPr>
        <p:spPr>
          <a:xfrm>
            <a:off x="6348510" y="1841800"/>
            <a:ext cx="300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C00000"/>
                </a:solidFill>
              </a:rPr>
              <a:t>For Every Node: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370FB5-0C7B-A13F-DF53-82654A476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99" y="5518488"/>
            <a:ext cx="6058211" cy="106685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9C0B5CB-60E8-5C7B-2841-336A3E959966}"/>
              </a:ext>
            </a:extLst>
          </p:cNvPr>
          <p:cNvSpPr/>
          <p:nvPr/>
        </p:nvSpPr>
        <p:spPr>
          <a:xfrm>
            <a:off x="572655" y="3756270"/>
            <a:ext cx="877454" cy="640240"/>
          </a:xfrm>
          <a:prstGeom prst="ellipse">
            <a:avLst/>
          </a:prstGeom>
          <a:solidFill>
            <a:srgbClr val="A6CAEC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FBBC8A-E9F9-C23C-1E3E-625AF0568EDE}"/>
              </a:ext>
            </a:extLst>
          </p:cNvPr>
          <p:cNvSpPr/>
          <p:nvPr/>
        </p:nvSpPr>
        <p:spPr>
          <a:xfrm>
            <a:off x="5110767" y="3756270"/>
            <a:ext cx="877454" cy="640240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4F71F-0018-188C-693B-7A5F30140641}"/>
              </a:ext>
            </a:extLst>
          </p:cNvPr>
          <p:cNvSpPr txBox="1"/>
          <p:nvPr/>
        </p:nvSpPr>
        <p:spPr>
          <a:xfrm>
            <a:off x="50800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Smallest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E83F26-4E84-8D97-209F-D2D140BE32A6}"/>
              </a:ext>
            </a:extLst>
          </p:cNvPr>
          <p:cNvSpPr txBox="1"/>
          <p:nvPr/>
        </p:nvSpPr>
        <p:spPr>
          <a:xfrm>
            <a:off x="510343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Largest</a:t>
            </a:r>
          </a:p>
        </p:txBody>
      </p:sp>
    </p:spTree>
    <p:extLst>
      <p:ext uri="{BB962C8B-B14F-4D97-AF65-F5344CB8AC3E}">
        <p14:creationId xmlns:p14="http://schemas.microsoft.com/office/powerpoint/2010/main" val="424862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0809-70E7-1CC7-8EA4-1D104AAD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Applications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9F47B-AEBA-DADE-D015-CA41AE54EB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744"/>
          <a:stretch>
            <a:fillRect/>
          </a:stretch>
        </p:blipFill>
        <p:spPr>
          <a:xfrm>
            <a:off x="1577940" y="1646747"/>
            <a:ext cx="3999281" cy="3560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367C0B-14FC-BBC5-69C6-3851EE29E0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794"/>
          <a:stretch>
            <a:fillRect/>
          </a:stretch>
        </p:blipFill>
        <p:spPr>
          <a:xfrm>
            <a:off x="6589841" y="1684504"/>
            <a:ext cx="4051508" cy="36054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A9A45E-357B-804D-542E-5FAF93D445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19"/>
          <a:stretch>
            <a:fillRect/>
          </a:stretch>
        </p:blipFill>
        <p:spPr>
          <a:xfrm>
            <a:off x="1577939" y="5397174"/>
            <a:ext cx="3999281" cy="1089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C6D519-D477-FD54-5D14-5A59CA61C2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576"/>
          <a:stretch>
            <a:fillRect/>
          </a:stretch>
        </p:blipFill>
        <p:spPr>
          <a:xfrm>
            <a:off x="6629225" y="5397174"/>
            <a:ext cx="4051508" cy="109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7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7A58-E66A-2026-95E3-BFA74CF5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BST Applications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273CE-92B3-674C-ACD5-80A9DF761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533"/>
          <a:stretch>
            <a:fillRect/>
          </a:stretch>
        </p:blipFill>
        <p:spPr>
          <a:xfrm>
            <a:off x="1653340" y="1745962"/>
            <a:ext cx="4061753" cy="344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8B6996-183C-2708-F75C-20DC85B096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097"/>
          <a:stretch>
            <a:fillRect/>
          </a:stretch>
        </p:blipFill>
        <p:spPr>
          <a:xfrm>
            <a:off x="6476909" y="1695726"/>
            <a:ext cx="4057859" cy="9498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5B6105-F1E2-43EA-BF3A-B83BF2A47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786" y="2708822"/>
            <a:ext cx="3651927" cy="24777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B78C1DF-21F3-B9F3-67A3-9A4B498F29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777"/>
          <a:stretch>
            <a:fillRect/>
          </a:stretch>
        </p:blipFill>
        <p:spPr>
          <a:xfrm>
            <a:off x="1571146" y="5047424"/>
            <a:ext cx="4061753" cy="13255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4A73F5D-F77E-9F35-5ECE-DA2AFB1CE0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568"/>
          <a:stretch>
            <a:fillRect/>
          </a:stretch>
        </p:blipFill>
        <p:spPr>
          <a:xfrm>
            <a:off x="6562995" y="5249765"/>
            <a:ext cx="4057859" cy="119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7145-41BF-9718-D07B-ECE6A8CB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Finding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60B7B9-E96F-766B-5696-3B03FDF0F6B8}"/>
              </a:ext>
            </a:extLst>
          </p:cNvPr>
          <p:cNvCxnSpPr>
            <a:stCxn id="9" idx="6"/>
            <a:endCxn id="10" idx="1"/>
          </p:cNvCxnSpPr>
          <p:nvPr/>
        </p:nvCxnSpPr>
        <p:spPr bwMode="auto">
          <a:xfrm>
            <a:off x="9296159" y="3061651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B76F8D-B6A5-CFBD-D764-D622A6CD6ADB}"/>
              </a:ext>
            </a:extLst>
          </p:cNvPr>
          <p:cNvCxnSpPr>
            <a:stCxn id="9" idx="2"/>
            <a:endCxn id="17" idx="7"/>
          </p:cNvCxnSpPr>
          <p:nvPr/>
        </p:nvCxnSpPr>
        <p:spPr bwMode="auto">
          <a:xfrm rot="10800000" flipV="1">
            <a:off x="7962435" y="3061651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0E99EF-692B-5D22-A8E2-249D43A6CEBD}"/>
              </a:ext>
            </a:extLst>
          </p:cNvPr>
          <p:cNvCxnSpPr>
            <a:stCxn id="10" idx="3"/>
            <a:endCxn id="12" idx="7"/>
          </p:cNvCxnSpPr>
          <p:nvPr/>
        </p:nvCxnSpPr>
        <p:spPr bwMode="auto">
          <a:xfrm rot="5400000">
            <a:off x="9973158" y="3832005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201EA3-427E-3185-BFB1-3DF86C8614EB}"/>
              </a:ext>
            </a:extLst>
          </p:cNvPr>
          <p:cNvCxnSpPr>
            <a:stCxn id="12" idx="3"/>
            <a:endCxn id="13" idx="7"/>
          </p:cNvCxnSpPr>
          <p:nvPr/>
        </p:nvCxnSpPr>
        <p:spPr bwMode="auto">
          <a:xfrm rot="5400000">
            <a:off x="9516915" y="4501607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1BD3816-3EA5-2A89-2699-F62F06FD0268}"/>
              </a:ext>
            </a:extLst>
          </p:cNvPr>
          <p:cNvSpPr/>
          <p:nvPr/>
        </p:nvSpPr>
        <p:spPr bwMode="auto">
          <a:xfrm>
            <a:off x="8930399" y="287877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3741EA-E0AF-9CFF-9041-B474F889DF39}"/>
              </a:ext>
            </a:extLst>
          </p:cNvPr>
          <p:cNvSpPr/>
          <p:nvPr/>
        </p:nvSpPr>
        <p:spPr bwMode="auto">
          <a:xfrm>
            <a:off x="10223884" y="34731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76209E-DD29-E436-BEB6-5F39CC7A2DD8}"/>
              </a:ext>
            </a:extLst>
          </p:cNvPr>
          <p:cNvSpPr/>
          <p:nvPr/>
        </p:nvSpPr>
        <p:spPr bwMode="auto">
          <a:xfrm>
            <a:off x="970763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BFC8D4-E40B-F262-ABF1-57DD484FCA18}"/>
              </a:ext>
            </a:extLst>
          </p:cNvPr>
          <p:cNvSpPr/>
          <p:nvPr/>
        </p:nvSpPr>
        <p:spPr bwMode="auto">
          <a:xfrm>
            <a:off x="9311399" y="46923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E420B8-7612-57EA-EDE5-CD749E42FA6E}"/>
              </a:ext>
            </a:extLst>
          </p:cNvPr>
          <p:cNvCxnSpPr>
            <a:stCxn id="17" idx="5"/>
            <a:endCxn id="18" idx="1"/>
          </p:cNvCxnSpPr>
          <p:nvPr/>
        </p:nvCxnSpPr>
        <p:spPr bwMode="auto">
          <a:xfrm rot="16200000" flipH="1">
            <a:off x="7924335" y="3823427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8426ED-A7E8-4898-402E-BCDEDFBA2AFF}"/>
              </a:ext>
            </a:extLst>
          </p:cNvPr>
          <p:cNvCxnSpPr>
            <a:stCxn id="17" idx="3"/>
            <a:endCxn id="19" idx="7"/>
          </p:cNvCxnSpPr>
          <p:nvPr/>
        </p:nvCxnSpPr>
        <p:spPr bwMode="auto">
          <a:xfrm rot="5400000">
            <a:off x="7360455" y="3792947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8D558F-9BF7-2CBD-5347-B97DDAE680BC}"/>
              </a:ext>
            </a:extLst>
          </p:cNvPr>
          <p:cNvCxnSpPr>
            <a:stCxn id="19" idx="3"/>
            <a:endCxn id="20" idx="7"/>
          </p:cNvCxnSpPr>
          <p:nvPr/>
        </p:nvCxnSpPr>
        <p:spPr bwMode="auto">
          <a:xfrm rot="5400000">
            <a:off x="6865155" y="4501607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40B6E6E-0013-060A-2C1F-C2C63CE5AA9D}"/>
              </a:ext>
            </a:extLst>
          </p:cNvPr>
          <p:cNvSpPr/>
          <p:nvPr/>
        </p:nvSpPr>
        <p:spPr bwMode="auto">
          <a:xfrm>
            <a:off x="7650239" y="34731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4EE1DD-0435-0A65-94D5-E03EFF1D9C85}"/>
              </a:ext>
            </a:extLst>
          </p:cNvPr>
          <p:cNvSpPr/>
          <p:nvPr/>
        </p:nvSpPr>
        <p:spPr bwMode="auto">
          <a:xfrm>
            <a:off x="818363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35DC61B-EDAC-A95E-16D2-626AC66B0CA0}"/>
              </a:ext>
            </a:extLst>
          </p:cNvPr>
          <p:cNvSpPr/>
          <p:nvPr/>
        </p:nvSpPr>
        <p:spPr bwMode="auto">
          <a:xfrm>
            <a:off x="705587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889780-F030-57D4-8F1B-1AD0FAEA83A7}"/>
              </a:ext>
            </a:extLst>
          </p:cNvPr>
          <p:cNvSpPr/>
          <p:nvPr/>
        </p:nvSpPr>
        <p:spPr bwMode="auto">
          <a:xfrm>
            <a:off x="6659639" y="46923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C6FFBD-6DA0-1AD4-0595-FB6529F49B03}"/>
              </a:ext>
            </a:extLst>
          </p:cNvPr>
          <p:cNvCxnSpPr>
            <a:cxnSpLocks noChangeAspect="1"/>
          </p:cNvCxnSpPr>
          <p:nvPr/>
        </p:nvCxnSpPr>
        <p:spPr bwMode="auto">
          <a:xfrm rot="10800000" flipH="1" flipV="1">
            <a:off x="9509519" y="3053788"/>
            <a:ext cx="640080" cy="30751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none" w="lg" len="lg"/>
            <a:tailEnd type="arrow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779CC0-746D-6668-4D81-3B97C8AE14A9}"/>
              </a:ext>
            </a:extLst>
          </p:cNvPr>
          <p:cNvCxnSpPr>
            <a:cxnSpLocks noChangeAspect="1"/>
          </p:cNvCxnSpPr>
          <p:nvPr/>
        </p:nvCxnSpPr>
        <p:spPr bwMode="auto">
          <a:xfrm rot="5400000">
            <a:off x="9905058" y="3761543"/>
            <a:ext cx="274320" cy="21476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miter lim="400000"/>
            <a:headEnd type="none" w="lg" len="lg"/>
            <a:tailEnd type="arrow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806978-5CAE-AA8D-B892-861F2DD37EA8}"/>
              </a:ext>
            </a:extLst>
          </p:cNvPr>
          <p:cNvCxnSpPr>
            <a:cxnSpLocks noChangeAspect="1"/>
          </p:cNvCxnSpPr>
          <p:nvPr/>
        </p:nvCxnSpPr>
        <p:spPr bwMode="auto">
          <a:xfrm rot="5400000">
            <a:off x="9456617" y="4470913"/>
            <a:ext cx="274320" cy="10755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miter lim="400000"/>
            <a:headEnd type="none" w="lg" len="lg"/>
            <a:tailEnd type="arrow" w="med" len="med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762EA6-0E36-0958-D74D-8E1530A882BF}"/>
              </a:ext>
            </a:extLst>
          </p:cNvPr>
          <p:cNvSpPr txBox="1"/>
          <p:nvPr/>
        </p:nvSpPr>
        <p:spPr>
          <a:xfrm>
            <a:off x="9254504" y="5159116"/>
            <a:ext cx="498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sym typeface="Wingdings 2"/>
              </a:rPr>
              <a:t>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AE0EEF-3753-597E-D9EF-E2321D2BF67C}"/>
              </a:ext>
            </a:extLst>
          </p:cNvPr>
          <p:cNvSpPr txBox="1"/>
          <p:nvPr/>
        </p:nvSpPr>
        <p:spPr>
          <a:xfrm>
            <a:off x="8378000" y="2093982"/>
            <a:ext cx="1556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looking up 19</a:t>
            </a:r>
          </a:p>
        </p:txBody>
      </p:sp>
      <p:sp>
        <p:nvSpPr>
          <p:cNvPr id="28" name="Content Placeholder 43">
            <a:extLst>
              <a:ext uri="{FF2B5EF4-FFF2-40B4-BE49-F238E27FC236}">
                <a16:creationId xmlns:a16="http://schemas.microsoft.com/office/drawing/2014/main" id="{0127D3FB-A99C-D487-6A40-E1A30D070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103" y="2297557"/>
            <a:ext cx="5874171" cy="375221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Leverage the structure of the tree!</a:t>
            </a:r>
          </a:p>
          <a:p>
            <a:pPr lvl="1"/>
            <a:r>
              <a:rPr lang="en-US" dirty="0"/>
              <a:t>empty: the key is not found</a:t>
            </a:r>
          </a:p>
          <a:p>
            <a:pPr lvl="1"/>
            <a:r>
              <a:rPr lang="en-US" dirty="0"/>
              <a:t>non-empty: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Start at the root.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Node contains the key? </a:t>
            </a:r>
            <a:r>
              <a:rPr lang="en-US" b="1" dirty="0">
                <a:solidFill>
                  <a:srgbClr val="00B050"/>
                </a:solidFill>
              </a:rPr>
              <a:t>Found. Exit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If key is smaller than the node’s?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/>
              <a:t>Node has a left child? </a:t>
            </a:r>
            <a:r>
              <a:rPr lang="en-US" b="1" dirty="0">
                <a:solidFill>
                  <a:srgbClr val="00B0F0"/>
                </a:solidFill>
              </a:rPr>
              <a:t>go left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/>
              <a:t>Else </a:t>
            </a:r>
            <a:r>
              <a:rPr lang="en-US" b="1" dirty="0"/>
              <a:t>Not Found. Exit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If key is bigger than the node’s? </a:t>
            </a:r>
            <a:endParaRPr lang="en-US" dirty="0">
              <a:solidFill>
                <a:srgbClr val="FF0000"/>
              </a:solidFill>
            </a:endParaRPr>
          </a:p>
          <a:p>
            <a:pPr marL="1828800" lvl="3" indent="-457200">
              <a:buFont typeface="+mj-lt"/>
              <a:buAutoNum type="arabicPeriod"/>
            </a:pPr>
            <a:r>
              <a:rPr lang="en-US" dirty="0"/>
              <a:t>Node has a right child? </a:t>
            </a:r>
            <a:r>
              <a:rPr lang="en-US" b="1" dirty="0">
                <a:solidFill>
                  <a:srgbClr val="FF0000"/>
                </a:solidFill>
              </a:rPr>
              <a:t>go right</a:t>
            </a:r>
            <a:endParaRPr lang="en-US" b="1" dirty="0">
              <a:solidFill>
                <a:srgbClr val="00B0F0"/>
              </a:solidFill>
            </a:endParaRPr>
          </a:p>
          <a:p>
            <a:pPr marL="1828800" lvl="3" indent="-457200">
              <a:buFont typeface="+mj-lt"/>
              <a:buAutoNum type="arabicPeriod"/>
            </a:pPr>
            <a:r>
              <a:rPr lang="en-US" dirty="0"/>
              <a:t>Else </a:t>
            </a:r>
            <a:r>
              <a:rPr lang="en-US" b="1" dirty="0"/>
              <a:t>Not Found. Exit</a:t>
            </a:r>
            <a:endParaRPr lang="en-US" b="1" dirty="0">
              <a:solidFill>
                <a:srgbClr val="FF0000"/>
              </a:solidFill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Go Back to Step 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80D134-2AFF-14D7-929B-A49A5178F70F}"/>
              </a:ext>
            </a:extLst>
          </p:cNvPr>
          <p:cNvCxnSpPr>
            <a:endCxn id="30" idx="1"/>
          </p:cNvCxnSpPr>
          <p:nvPr/>
        </p:nvCxnSpPr>
        <p:spPr bwMode="auto">
          <a:xfrm rot="16200000" flipH="1">
            <a:off x="10003861" y="4401589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9BD3EAB-11E0-7D49-B1DF-47021B4903B8}"/>
              </a:ext>
            </a:extLst>
          </p:cNvPr>
          <p:cNvSpPr/>
          <p:nvPr/>
        </p:nvSpPr>
        <p:spPr bwMode="auto">
          <a:xfrm>
            <a:off x="10264123" y="466185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0875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58DD9-DB9D-511E-E6A8-FD49D95A7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AD4198B-F312-1CF2-00E2-F44DBAAC7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131" y="4689271"/>
            <a:ext cx="364268" cy="36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A9BD48-2FE7-19D1-D7C6-A2450C276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Finding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D38B2D-F379-B51A-5AD6-F798850ACE38}"/>
              </a:ext>
            </a:extLst>
          </p:cNvPr>
          <p:cNvCxnSpPr>
            <a:stCxn id="9" idx="6"/>
            <a:endCxn id="10" idx="1"/>
          </p:cNvCxnSpPr>
          <p:nvPr/>
        </p:nvCxnSpPr>
        <p:spPr bwMode="auto">
          <a:xfrm>
            <a:off x="9296159" y="3061651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B06015-300F-6682-2E45-C1C3E2E10E98}"/>
              </a:ext>
            </a:extLst>
          </p:cNvPr>
          <p:cNvCxnSpPr>
            <a:stCxn id="9" idx="2"/>
            <a:endCxn id="17" idx="7"/>
          </p:cNvCxnSpPr>
          <p:nvPr/>
        </p:nvCxnSpPr>
        <p:spPr bwMode="auto">
          <a:xfrm rot="10800000" flipV="1">
            <a:off x="7962435" y="3061651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779106-305D-1924-AE31-7176BAAD1104}"/>
              </a:ext>
            </a:extLst>
          </p:cNvPr>
          <p:cNvCxnSpPr>
            <a:stCxn id="10" idx="3"/>
            <a:endCxn id="12" idx="7"/>
          </p:cNvCxnSpPr>
          <p:nvPr/>
        </p:nvCxnSpPr>
        <p:spPr bwMode="auto">
          <a:xfrm rot="5400000">
            <a:off x="9973158" y="3832005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994876-0C92-FF00-0295-4855C89A069F}"/>
              </a:ext>
            </a:extLst>
          </p:cNvPr>
          <p:cNvCxnSpPr>
            <a:stCxn id="12" idx="3"/>
            <a:endCxn id="13" idx="7"/>
          </p:cNvCxnSpPr>
          <p:nvPr/>
        </p:nvCxnSpPr>
        <p:spPr bwMode="auto">
          <a:xfrm rot="5400000">
            <a:off x="9516915" y="4501607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0112348-F3AB-009F-3C01-E3A9280E1D22}"/>
              </a:ext>
            </a:extLst>
          </p:cNvPr>
          <p:cNvSpPr/>
          <p:nvPr/>
        </p:nvSpPr>
        <p:spPr bwMode="auto">
          <a:xfrm>
            <a:off x="8930399" y="287877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AAEA4A-D08B-299B-2170-1D85D920113D}"/>
              </a:ext>
            </a:extLst>
          </p:cNvPr>
          <p:cNvSpPr/>
          <p:nvPr/>
        </p:nvSpPr>
        <p:spPr bwMode="auto">
          <a:xfrm>
            <a:off x="10223884" y="34731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3BCF2D-BDA7-FF34-CB47-C04D3CFBFA9A}"/>
              </a:ext>
            </a:extLst>
          </p:cNvPr>
          <p:cNvSpPr/>
          <p:nvPr/>
        </p:nvSpPr>
        <p:spPr bwMode="auto">
          <a:xfrm>
            <a:off x="970763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125270-D511-A0E3-32DB-15481978CADE}"/>
              </a:ext>
            </a:extLst>
          </p:cNvPr>
          <p:cNvSpPr/>
          <p:nvPr/>
        </p:nvSpPr>
        <p:spPr bwMode="auto">
          <a:xfrm>
            <a:off x="9311399" y="46923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BA6376-12DB-E5E1-14D6-59239691696E}"/>
              </a:ext>
            </a:extLst>
          </p:cNvPr>
          <p:cNvCxnSpPr>
            <a:stCxn id="17" idx="5"/>
            <a:endCxn id="18" idx="1"/>
          </p:cNvCxnSpPr>
          <p:nvPr/>
        </p:nvCxnSpPr>
        <p:spPr bwMode="auto">
          <a:xfrm rot="16200000" flipH="1">
            <a:off x="7924335" y="3823427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3CAE8B-583F-2083-E2DD-2ED14AE19C8D}"/>
              </a:ext>
            </a:extLst>
          </p:cNvPr>
          <p:cNvCxnSpPr>
            <a:stCxn id="17" idx="3"/>
            <a:endCxn id="19" idx="7"/>
          </p:cNvCxnSpPr>
          <p:nvPr/>
        </p:nvCxnSpPr>
        <p:spPr bwMode="auto">
          <a:xfrm rot="5400000">
            <a:off x="7360455" y="3792947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531E03-E3B2-4D33-8AE7-491BD344E52A}"/>
              </a:ext>
            </a:extLst>
          </p:cNvPr>
          <p:cNvCxnSpPr>
            <a:stCxn id="19" idx="3"/>
            <a:endCxn id="20" idx="7"/>
          </p:cNvCxnSpPr>
          <p:nvPr/>
        </p:nvCxnSpPr>
        <p:spPr bwMode="auto">
          <a:xfrm rot="5400000">
            <a:off x="6865155" y="4501607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0E231B2-6688-38FE-731C-569925C3257E}"/>
              </a:ext>
            </a:extLst>
          </p:cNvPr>
          <p:cNvSpPr/>
          <p:nvPr/>
        </p:nvSpPr>
        <p:spPr bwMode="auto">
          <a:xfrm>
            <a:off x="7650239" y="34731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160A85-188C-3FB4-31C7-ACE00820C218}"/>
              </a:ext>
            </a:extLst>
          </p:cNvPr>
          <p:cNvSpPr/>
          <p:nvPr/>
        </p:nvSpPr>
        <p:spPr bwMode="auto">
          <a:xfrm>
            <a:off x="818363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7F31AE-DC2B-0653-5FB1-FC08322738CF}"/>
              </a:ext>
            </a:extLst>
          </p:cNvPr>
          <p:cNvSpPr/>
          <p:nvPr/>
        </p:nvSpPr>
        <p:spPr bwMode="auto">
          <a:xfrm>
            <a:off x="705587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A8F09-5D3F-62C5-61F2-9BABA27498BB}"/>
              </a:ext>
            </a:extLst>
          </p:cNvPr>
          <p:cNvSpPr/>
          <p:nvPr/>
        </p:nvSpPr>
        <p:spPr bwMode="auto">
          <a:xfrm>
            <a:off x="6659639" y="46923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BFE4A-EF0A-C75B-6869-7F1601F6CF29}"/>
              </a:ext>
            </a:extLst>
          </p:cNvPr>
          <p:cNvSpPr txBox="1"/>
          <p:nvPr/>
        </p:nvSpPr>
        <p:spPr>
          <a:xfrm>
            <a:off x="8378000" y="2093982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looking up 10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27D5522-2568-2D9E-3CB4-212CB49F24C6}"/>
              </a:ext>
            </a:extLst>
          </p:cNvPr>
          <p:cNvCxnSpPr/>
          <p:nvPr/>
        </p:nvCxnSpPr>
        <p:spPr>
          <a:xfrm flipH="1">
            <a:off x="8028109" y="3001352"/>
            <a:ext cx="681635" cy="316956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542B4E2-255F-4FFB-FA66-757DC766EFF8}"/>
              </a:ext>
            </a:extLst>
          </p:cNvPr>
          <p:cNvCxnSpPr/>
          <p:nvPr/>
        </p:nvCxnSpPr>
        <p:spPr>
          <a:xfrm>
            <a:off x="8080957" y="3720190"/>
            <a:ext cx="278181" cy="3047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15EE60-2C11-8F01-5FA0-56B4B6B387C4}"/>
              </a:ext>
            </a:extLst>
          </p:cNvPr>
          <p:cNvCxnSpPr>
            <a:cxnSpLocks/>
          </p:cNvCxnSpPr>
          <p:nvPr/>
        </p:nvCxnSpPr>
        <p:spPr>
          <a:xfrm>
            <a:off x="8525591" y="4406339"/>
            <a:ext cx="204930" cy="24078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6555E08-4E10-4708-5853-6D26E7EFD49A}"/>
              </a:ext>
            </a:extLst>
          </p:cNvPr>
          <p:cNvCxnSpPr>
            <a:endCxn id="51" idx="1"/>
          </p:cNvCxnSpPr>
          <p:nvPr/>
        </p:nvCxnSpPr>
        <p:spPr bwMode="auto">
          <a:xfrm rot="16200000" flipH="1">
            <a:off x="10003861" y="4401589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BA8405FD-698C-B013-A33C-B7EEE7276F19}"/>
              </a:ext>
            </a:extLst>
          </p:cNvPr>
          <p:cNvSpPr/>
          <p:nvPr/>
        </p:nvSpPr>
        <p:spPr bwMode="auto">
          <a:xfrm>
            <a:off x="10264123" y="466185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sp>
        <p:nvSpPr>
          <p:cNvPr id="54" name="Content Placeholder 43">
            <a:extLst>
              <a:ext uri="{FF2B5EF4-FFF2-40B4-BE49-F238E27FC236}">
                <a16:creationId xmlns:a16="http://schemas.microsoft.com/office/drawing/2014/main" id="{35812F1E-A516-9E3A-C0D1-892E52CF39DF}"/>
              </a:ext>
            </a:extLst>
          </p:cNvPr>
          <p:cNvSpPr txBox="1">
            <a:spLocks/>
          </p:cNvSpPr>
          <p:nvPr/>
        </p:nvSpPr>
        <p:spPr>
          <a:xfrm>
            <a:off x="808103" y="2297557"/>
            <a:ext cx="5874171" cy="37522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Leverage the structure of the tree!</a:t>
            </a:r>
          </a:p>
          <a:p>
            <a:pPr lvl="1"/>
            <a:r>
              <a:rPr lang="en-US"/>
              <a:t>empty: the key is not found</a:t>
            </a:r>
          </a:p>
          <a:p>
            <a:pPr lvl="1"/>
            <a:r>
              <a:rPr lang="en-US"/>
              <a:t>non-empty: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/>
              <a:t>Start at the root.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/>
              <a:t>Node contains the key? </a:t>
            </a:r>
            <a:r>
              <a:rPr lang="en-US" b="1">
                <a:solidFill>
                  <a:srgbClr val="00B050"/>
                </a:solidFill>
              </a:rPr>
              <a:t>Found. Exit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/>
              <a:t>If key is smaller than the node’s?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/>
              <a:t>Node has a left child? </a:t>
            </a:r>
            <a:r>
              <a:rPr lang="en-US" b="1">
                <a:solidFill>
                  <a:srgbClr val="00B0F0"/>
                </a:solidFill>
              </a:rPr>
              <a:t>go left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/>
              <a:t>Else </a:t>
            </a:r>
            <a:r>
              <a:rPr lang="en-US" b="1"/>
              <a:t>Not Found. Exit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/>
              <a:t>If key is bigger than the node’s? </a:t>
            </a:r>
            <a:endParaRPr lang="en-US">
              <a:solidFill>
                <a:srgbClr val="FF0000"/>
              </a:solidFill>
            </a:endParaRPr>
          </a:p>
          <a:p>
            <a:pPr marL="1828800" lvl="3" indent="-457200">
              <a:buFont typeface="+mj-lt"/>
              <a:buAutoNum type="arabicPeriod"/>
            </a:pPr>
            <a:r>
              <a:rPr lang="en-US"/>
              <a:t>Node has a right child? </a:t>
            </a:r>
            <a:r>
              <a:rPr lang="en-US" b="1">
                <a:solidFill>
                  <a:srgbClr val="FF0000"/>
                </a:solidFill>
              </a:rPr>
              <a:t>go right</a:t>
            </a:r>
            <a:endParaRPr lang="en-US" b="1">
              <a:solidFill>
                <a:srgbClr val="00B0F0"/>
              </a:solidFill>
            </a:endParaRPr>
          </a:p>
          <a:p>
            <a:pPr marL="1828800" lvl="3" indent="-457200">
              <a:buFont typeface="+mj-lt"/>
              <a:buAutoNum type="arabicPeriod"/>
            </a:pPr>
            <a:r>
              <a:rPr lang="en-US"/>
              <a:t>Else </a:t>
            </a:r>
            <a:r>
              <a:rPr lang="en-US" b="1"/>
              <a:t>Not Found. Exit</a:t>
            </a:r>
            <a:endParaRPr lang="en-US" b="1">
              <a:solidFill>
                <a:srgbClr val="FF0000"/>
              </a:solidFill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/>
              <a:t>Go Back to Step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4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42F8-1BD7-7419-E63E-419EBE88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925E-4683-E7A3-11BD-A98F4269D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Adding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Do the same steps we would do to search for this entry, and then put it where it should have been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BBF37B-1713-B56E-DE3D-455B278B8BA6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6C80B0-F844-AA7E-9EC7-17FED304E9AE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91E019A-2D2E-6247-5DB4-C6A357290AF1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9A4AC1C-5A39-2311-6ECD-1BBE8869D11D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20D8D073-630E-8745-BC89-91B0C0752544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4161001-5139-97B6-B69A-8508216D07CC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C2A5644-5A92-E1F8-D2B5-3B185448DCE1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98AFE5E-33F3-2906-DA9B-78043A6BC1CA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F33FC0-07C6-A9A0-F86F-36C0FB3A7BFF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7C8847-66FD-5812-E236-8026D7E1FE33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4C0A50B-FD6A-93A2-47AF-BB83F42B5FB4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A3F785C-1024-FCFC-DADF-55D055D14B81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4C0328E-8B21-A143-E23B-1B76270767E6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1D617FB-65C7-F43E-E010-6BEBCDAAEA20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EB190E4-F8A3-BB3F-B3F3-30BBD927112F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BC35EE-7DA8-2012-8BC4-5E417A236839}"/>
              </a:ext>
            </a:extLst>
          </p:cNvPr>
          <p:cNvSpPr txBox="1"/>
          <p:nvPr/>
        </p:nvSpPr>
        <p:spPr>
          <a:xfrm>
            <a:off x="5429193" y="2535746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inserting 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C93557A-9B34-343F-98B2-098572B04B65}"/>
              </a:ext>
            </a:extLst>
          </p:cNvPr>
          <p:cNvCxnSpPr>
            <a:cxnSpLocks noChangeAspect="1"/>
          </p:cNvCxnSpPr>
          <p:nvPr/>
        </p:nvCxnSpPr>
        <p:spPr bwMode="auto">
          <a:xfrm rot="10800000" flipV="1">
            <a:off x="5017403" y="3508036"/>
            <a:ext cx="640080" cy="30751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miter lim="400000"/>
            <a:headEnd type="none" w="lg" len="lg"/>
            <a:tailEnd type="arrow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87ACF79-1C9E-AD23-9283-4ECA570AFBD0}"/>
              </a:ext>
            </a:extLst>
          </p:cNvPr>
          <p:cNvCxnSpPr>
            <a:endCxn id="57" idx="7"/>
          </p:cNvCxnSpPr>
          <p:nvPr/>
        </p:nvCxnSpPr>
        <p:spPr bwMode="auto">
          <a:xfrm rot="5400000">
            <a:off x="491811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50"/>
            </a:solidFill>
            <a:prstDash val="dash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E35381DC-A50C-FB26-39EA-73EA9122323E}"/>
              </a:ext>
            </a:extLst>
          </p:cNvPr>
          <p:cNvSpPr/>
          <p:nvPr/>
        </p:nvSpPr>
        <p:spPr bwMode="auto">
          <a:xfrm>
            <a:off x="471260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dash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0BAB339-FC9F-83AE-89A3-BE3AACC17C72}"/>
              </a:ext>
            </a:extLst>
          </p:cNvPr>
          <p:cNvCxnSpPr>
            <a:cxnSpLocks noChangeAspect="1"/>
          </p:cNvCxnSpPr>
          <p:nvPr/>
        </p:nvCxnSpPr>
        <p:spPr bwMode="auto">
          <a:xfrm rot="5400000">
            <a:off x="4845946" y="4961256"/>
            <a:ext cx="274320" cy="10755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ysDash"/>
            <a:miter lim="400000"/>
            <a:headEnd type="none" w="lg" len="lg"/>
            <a:tailEnd type="arrow" w="med" len="me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EF8C439-038E-373B-ECBF-E902B1709115}"/>
              </a:ext>
            </a:extLst>
          </p:cNvPr>
          <p:cNvCxnSpPr>
            <a:cxnSpLocks noChangeAspect="1"/>
          </p:cNvCxnSpPr>
          <p:nvPr/>
        </p:nvCxnSpPr>
        <p:spPr bwMode="auto">
          <a:xfrm rot="16200000" flipH="1">
            <a:off x="5025500" y="4270939"/>
            <a:ext cx="274320" cy="21476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none" w="lg" len="lg"/>
            <a:tailEnd type="arrow" w="med" len="me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33D7B43-1253-0474-CFA3-2E070D6DB4C8}"/>
              </a:ext>
            </a:extLst>
          </p:cNvPr>
          <p:cNvCxnSpPr>
            <a:endCxn id="34" idx="1"/>
          </p:cNvCxnSpPr>
          <p:nvPr/>
        </p:nvCxnSpPr>
        <p:spPr bwMode="auto">
          <a:xfrm rot="16200000" flipH="1">
            <a:off x="6938154" y="4915017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A98AE23-3582-0B01-67B6-3852973A2064}"/>
              </a:ext>
            </a:extLst>
          </p:cNvPr>
          <p:cNvSpPr/>
          <p:nvPr/>
        </p:nvSpPr>
        <p:spPr bwMode="auto">
          <a:xfrm>
            <a:off x="7198416" y="517527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473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D36B1-1FC2-D9E9-9D97-EF7DEA7B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E431-52F5-1735-1123-769FD4E2DA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Traversal</a:t>
            </a:r>
          </a:p>
        </p:txBody>
      </p:sp>
    </p:spTree>
    <p:extLst>
      <p:ext uri="{BB962C8B-B14F-4D97-AF65-F5344CB8AC3E}">
        <p14:creationId xmlns:p14="http://schemas.microsoft.com/office/powerpoint/2010/main" val="3839828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2FB2-F133-8B74-866F-595CDF764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32C71-E1B6-6B59-2CD0-4CB3A6D2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Binary Search Tree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05C0E3E-139F-C32A-F95D-F2CEFF377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77" y="1968781"/>
            <a:ext cx="5308122" cy="327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99FC2E-5B35-8426-0031-98364DDE2094}"/>
              </a:ext>
            </a:extLst>
          </p:cNvPr>
          <p:cNvSpPr txBox="1"/>
          <p:nvPr/>
        </p:nvSpPr>
        <p:spPr>
          <a:xfrm>
            <a:off x="6439516" y="2454577"/>
            <a:ext cx="45636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A node can have at most 2 children: left and right.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left subtree of a node always contains values less than the node.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right subtree of a node always contains values greater than the node.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FDF49-F4E2-A50A-8A0A-173AE483FEE5}"/>
              </a:ext>
            </a:extLst>
          </p:cNvPr>
          <p:cNvSpPr txBox="1"/>
          <p:nvPr/>
        </p:nvSpPr>
        <p:spPr>
          <a:xfrm>
            <a:off x="6348510" y="1841800"/>
            <a:ext cx="300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C00000"/>
                </a:solidFill>
              </a:rPr>
              <a:t>For Every Node: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1322A1-E78F-23C4-00F9-CD961AE2F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99" y="5518488"/>
            <a:ext cx="6058211" cy="106685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6C96FAE-8CF5-1FB8-1C98-466270A76341}"/>
              </a:ext>
            </a:extLst>
          </p:cNvPr>
          <p:cNvSpPr/>
          <p:nvPr/>
        </p:nvSpPr>
        <p:spPr>
          <a:xfrm>
            <a:off x="572655" y="3756270"/>
            <a:ext cx="877454" cy="640240"/>
          </a:xfrm>
          <a:prstGeom prst="ellipse">
            <a:avLst/>
          </a:prstGeom>
          <a:solidFill>
            <a:srgbClr val="A6CAEC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45340C-5B4F-22FA-BA23-E8AFA4E755FB}"/>
              </a:ext>
            </a:extLst>
          </p:cNvPr>
          <p:cNvSpPr/>
          <p:nvPr/>
        </p:nvSpPr>
        <p:spPr>
          <a:xfrm>
            <a:off x="5110767" y="3756270"/>
            <a:ext cx="877454" cy="640240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FA8248-82F6-241D-7D41-AC68868B4ACE}"/>
              </a:ext>
            </a:extLst>
          </p:cNvPr>
          <p:cNvSpPr txBox="1"/>
          <p:nvPr/>
        </p:nvSpPr>
        <p:spPr>
          <a:xfrm>
            <a:off x="50800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Smallest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2B223B-76B7-CA42-A7D6-0BDC2F030388}"/>
              </a:ext>
            </a:extLst>
          </p:cNvPr>
          <p:cNvSpPr txBox="1"/>
          <p:nvPr/>
        </p:nvSpPr>
        <p:spPr>
          <a:xfrm>
            <a:off x="510343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Largest</a:t>
            </a:r>
          </a:p>
        </p:txBody>
      </p:sp>
    </p:spTree>
    <p:extLst>
      <p:ext uri="{BB962C8B-B14F-4D97-AF65-F5344CB8AC3E}">
        <p14:creationId xmlns:p14="http://schemas.microsoft.com/office/powerpoint/2010/main" val="278160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381E4-DF21-CB68-0F20-DE8D1615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9AC6-C801-F656-EFB2-8CEAA2715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8950" y="427127"/>
            <a:ext cx="9144000" cy="1578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In-Order Traversal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191C9DC-B996-273A-2D44-5725A592B654}"/>
              </a:ext>
            </a:extLst>
          </p:cNvPr>
          <p:cNvGrpSpPr/>
          <p:nvPr/>
        </p:nvGrpSpPr>
        <p:grpSpPr>
          <a:xfrm>
            <a:off x="4657928" y="3227154"/>
            <a:ext cx="2285925" cy="2027564"/>
            <a:chOff x="5066852" y="3522489"/>
            <a:chExt cx="2285925" cy="2027564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03FD86D6-435D-74B8-036C-0C619F4EA9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457" r="64251" b="27021"/>
            <a:stretch>
              <a:fillRect/>
            </a:stretch>
          </p:blipFill>
          <p:spPr bwMode="auto">
            <a:xfrm>
              <a:off x="5066852" y="3795384"/>
              <a:ext cx="2285925" cy="1754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DEB8F5C-B238-39A9-BE7D-03B2B5D8CA0B}"/>
                </a:ext>
              </a:extLst>
            </p:cNvPr>
            <p:cNvSpPr/>
            <p:nvPr/>
          </p:nvSpPr>
          <p:spPr>
            <a:xfrm>
              <a:off x="6338170" y="3522489"/>
              <a:ext cx="713983" cy="39815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83ABF9F-041E-D529-E8BD-8580379C0DC6}"/>
              </a:ext>
            </a:extLst>
          </p:cNvPr>
          <p:cNvSpPr txBox="1"/>
          <p:nvPr/>
        </p:nvSpPr>
        <p:spPr>
          <a:xfrm>
            <a:off x="3443229" y="4646316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1) </a:t>
            </a:r>
            <a:r>
              <a:rPr lang="en-US" dirty="0">
                <a:solidFill>
                  <a:srgbClr val="FF0000"/>
                </a:solidFill>
              </a:rPr>
              <a:t>Left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6F1F2A-CB74-E5C1-A7AB-685AF8C28FB5}"/>
              </a:ext>
            </a:extLst>
          </p:cNvPr>
          <p:cNvCxnSpPr/>
          <p:nvPr/>
        </p:nvCxnSpPr>
        <p:spPr>
          <a:xfrm flipV="1">
            <a:off x="4415994" y="3578855"/>
            <a:ext cx="527278" cy="7032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B63B1E4-D18A-39E3-7547-6F07A7C5C8D5}"/>
              </a:ext>
            </a:extLst>
          </p:cNvPr>
          <p:cNvSpPr txBox="1"/>
          <p:nvPr/>
        </p:nvSpPr>
        <p:spPr>
          <a:xfrm>
            <a:off x="5444907" y="3040369"/>
            <a:ext cx="110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2) </a:t>
            </a:r>
            <a:r>
              <a:rPr lang="en-US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92E0DD-6C6E-3CB1-A5DC-E1FA32513CC5}"/>
              </a:ext>
            </a:extLst>
          </p:cNvPr>
          <p:cNvSpPr txBox="1"/>
          <p:nvPr/>
        </p:nvSpPr>
        <p:spPr>
          <a:xfrm>
            <a:off x="7499663" y="4646316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3) </a:t>
            </a:r>
            <a:r>
              <a:rPr lang="en-US" dirty="0">
                <a:solidFill>
                  <a:srgbClr val="FF0000"/>
                </a:solidFill>
              </a:rPr>
              <a:t>Right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81F5EB-6C3A-F0FD-4578-848B401A11FD}"/>
              </a:ext>
            </a:extLst>
          </p:cNvPr>
          <p:cNvCxnSpPr>
            <a:cxnSpLocks/>
          </p:cNvCxnSpPr>
          <p:nvPr/>
        </p:nvCxnSpPr>
        <p:spPr>
          <a:xfrm>
            <a:off x="6599757" y="3562702"/>
            <a:ext cx="597666" cy="7355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989A52F-2AC2-5B71-A8A9-A31C1965CD68}"/>
              </a:ext>
            </a:extLst>
          </p:cNvPr>
          <p:cNvSpPr txBox="1"/>
          <p:nvPr/>
        </p:nvSpPr>
        <p:spPr>
          <a:xfrm>
            <a:off x="5002320" y="5833734"/>
            <a:ext cx="58942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2686847-00DC-A7F1-A46C-59FFF66F60C2}"/>
              </a:ext>
            </a:extLst>
          </p:cNvPr>
          <p:cNvCxnSpPr>
            <a:cxnSpLocks/>
          </p:cNvCxnSpPr>
          <p:nvPr/>
        </p:nvCxnSpPr>
        <p:spPr>
          <a:xfrm flipH="1">
            <a:off x="4679633" y="3806517"/>
            <a:ext cx="530761" cy="698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752BA7-1817-CA69-6CBB-C8084B9FB8B6}"/>
              </a:ext>
            </a:extLst>
          </p:cNvPr>
          <p:cNvSpPr txBox="1"/>
          <p:nvPr/>
        </p:nvSpPr>
        <p:spPr>
          <a:xfrm>
            <a:off x="6189308" y="5833734"/>
            <a:ext cx="533636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070E82-8768-9B42-FCAA-B8EF1B362D31}"/>
              </a:ext>
            </a:extLst>
          </p:cNvPr>
          <p:cNvSpPr txBox="1"/>
          <p:nvPr/>
        </p:nvSpPr>
        <p:spPr>
          <a:xfrm>
            <a:off x="5623709" y="5833734"/>
            <a:ext cx="53363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0A98FD3-1881-5415-7293-C3EF461A7BE4}"/>
              </a:ext>
            </a:extLst>
          </p:cNvPr>
          <p:cNvSpPr txBox="1">
            <a:spLocks/>
          </p:cNvSpPr>
          <p:nvPr/>
        </p:nvSpPr>
        <p:spPr>
          <a:xfrm>
            <a:off x="1782362" y="2067740"/>
            <a:ext cx="8293767" cy="568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</a:rPr>
              <a:t>(</a:t>
            </a:r>
            <a:r>
              <a:rPr lang="en-US" sz="3200" dirty="0">
                <a:solidFill>
                  <a:srgbClr val="FF0000"/>
                </a:solidFill>
              </a:rPr>
              <a:t>Left – Node – Right</a:t>
            </a:r>
            <a:r>
              <a:rPr lang="en-US" sz="3200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243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5" grpId="0" animBg="1"/>
      <p:bldP spid="14" grpId="0" animBg="1"/>
      <p:bldP spid="16" grpId="0" animBg="1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07C2-79D2-43DB-3A48-532288393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C0ACA-7A81-5857-898B-E41C98736B8E}"/>
              </a:ext>
            </a:extLst>
          </p:cNvPr>
          <p:cNvSpPr txBox="1"/>
          <p:nvPr/>
        </p:nvSpPr>
        <p:spPr>
          <a:xfrm>
            <a:off x="5024582" y="2245934"/>
            <a:ext cx="72499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“To traverse a BST </a:t>
            </a:r>
            <a:r>
              <a:rPr lang="en-US" sz="3600" i="1" dirty="0"/>
              <a:t>in order</a:t>
            </a:r>
            <a:r>
              <a:rPr lang="en-US" sz="3600" dirty="0"/>
              <a:t>, do the following at every node:</a:t>
            </a:r>
            <a:br>
              <a:rPr lang="en-US" sz="3600" dirty="0"/>
            </a:br>
            <a:r>
              <a:rPr lang="en-US" sz="3600" dirty="0"/>
              <a:t>1️⃣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left</a:t>
            </a:r>
            <a:r>
              <a:rPr lang="en-US" sz="3600" dirty="0"/>
              <a:t> subtree.</a:t>
            </a:r>
            <a:br>
              <a:rPr lang="en-US" sz="3600" dirty="0"/>
            </a:br>
            <a:r>
              <a:rPr lang="en-US" sz="3600" dirty="0"/>
              <a:t>2️⃣ </a:t>
            </a:r>
            <a:r>
              <a:rPr lang="en-US" sz="3600" i="1" dirty="0"/>
              <a:t>Visit</a:t>
            </a:r>
            <a:r>
              <a:rPr lang="en-US" sz="3600" dirty="0"/>
              <a:t> (or print) the </a:t>
            </a:r>
            <a:r>
              <a:rPr lang="en-US" sz="3600" b="1" dirty="0"/>
              <a:t>current</a:t>
            </a:r>
            <a:r>
              <a:rPr lang="en-US" sz="3600" dirty="0"/>
              <a:t> node.</a:t>
            </a:r>
            <a:br>
              <a:rPr lang="en-US" sz="3600" dirty="0"/>
            </a:br>
            <a:r>
              <a:rPr lang="en-US" sz="3600" dirty="0"/>
              <a:t>3️⃣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right</a:t>
            </a:r>
            <a:r>
              <a:rPr lang="en-US" sz="3600" dirty="0"/>
              <a:t> subtree.”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9534DE-687C-9AD6-58F4-54BEAAD89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77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DF06-7C4B-0147-BE77-A1A7ADC3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787D-0EFF-E6F0-827E-49DC116E2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1A4159-213F-6EB0-7D29-6D1378C0C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602521-05ED-CA54-8938-11081885C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99" y="170616"/>
            <a:ext cx="4690151" cy="19312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F97DA52-7FCC-9652-9971-6DB2C3943A06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ABF75-8791-F74B-8CF1-72E578112305}"/>
              </a:ext>
            </a:extLst>
          </p:cNvPr>
          <p:cNvSpPr/>
          <p:nvPr/>
        </p:nvSpPr>
        <p:spPr>
          <a:xfrm>
            <a:off x="1578279" y="335697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DFD5FC-05A0-A343-86D2-3E37714C1411}"/>
              </a:ext>
            </a:extLst>
          </p:cNvPr>
          <p:cNvSpPr/>
          <p:nvPr/>
        </p:nvSpPr>
        <p:spPr>
          <a:xfrm>
            <a:off x="434235" y="448640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F990F9-5DDE-9083-68E6-0D54CF1EE9A9}"/>
              </a:ext>
            </a:extLst>
          </p:cNvPr>
          <p:cNvSpPr/>
          <p:nvPr/>
        </p:nvSpPr>
        <p:spPr>
          <a:xfrm>
            <a:off x="540706" y="450513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10AAE3-C1C4-4C70-AF68-881BDDABED7F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81F1B1-0F0C-FC58-1939-5ED5BA3418A6}"/>
              </a:ext>
            </a:extLst>
          </p:cNvPr>
          <p:cNvSpPr/>
          <p:nvPr/>
        </p:nvSpPr>
        <p:spPr>
          <a:xfrm>
            <a:off x="2169089" y="219414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5BCB27E-A666-8DC6-415C-F210FC711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294" y="2923060"/>
            <a:ext cx="6769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(to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again (to 1) → left is null, so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3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6)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8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10) → then 14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E435CD-8D0E-5FFA-AF99-47B91E9AB87B}"/>
              </a:ext>
            </a:extLst>
          </p:cNvPr>
          <p:cNvSpPr/>
          <p:nvPr/>
        </p:nvSpPr>
        <p:spPr>
          <a:xfrm>
            <a:off x="5198301" y="3754676"/>
            <a:ext cx="6461887" cy="1778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115FEE-4339-72D3-857E-7ED37BCC6140}"/>
              </a:ext>
            </a:extLst>
          </p:cNvPr>
          <p:cNvSpPr/>
          <p:nvPr/>
        </p:nvSpPr>
        <p:spPr>
          <a:xfrm>
            <a:off x="5303294" y="2923060"/>
            <a:ext cx="3367414" cy="433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6B433-B47A-F8DF-D356-4BACEF08A82D}"/>
              </a:ext>
            </a:extLst>
          </p:cNvPr>
          <p:cNvSpPr/>
          <p:nvPr/>
        </p:nvSpPr>
        <p:spPr>
          <a:xfrm>
            <a:off x="4813844" y="3334221"/>
            <a:ext cx="3367414" cy="433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6C16E6-D9F1-7E9F-B127-A5C3BCC5D8B5}"/>
              </a:ext>
            </a:extLst>
          </p:cNvPr>
          <p:cNvSpPr/>
          <p:nvPr/>
        </p:nvSpPr>
        <p:spPr>
          <a:xfrm>
            <a:off x="8131293" y="3283183"/>
            <a:ext cx="3367414" cy="433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1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11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BD48-0609-2F8E-87CD-17514BB44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BD5C6-F915-9911-321C-A92D72265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ACFF07-5698-941A-F2E6-7D26502D4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D474ED-5AA8-2E1A-07C8-3F3B0D41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99" y="170616"/>
            <a:ext cx="4690151" cy="19312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6A9D65-2D27-26E7-9019-D6123040D4B7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C9FE66-9120-7941-23D5-3369E564459F}"/>
              </a:ext>
            </a:extLst>
          </p:cNvPr>
          <p:cNvSpPr/>
          <p:nvPr/>
        </p:nvSpPr>
        <p:spPr>
          <a:xfrm>
            <a:off x="1578279" y="335697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046943-1B4A-7AA0-588B-C4462DA23AC9}"/>
              </a:ext>
            </a:extLst>
          </p:cNvPr>
          <p:cNvSpPr/>
          <p:nvPr/>
        </p:nvSpPr>
        <p:spPr>
          <a:xfrm>
            <a:off x="540706" y="450513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68EEF6-E077-5D29-D048-2E0C1C9AABA2}"/>
              </a:ext>
            </a:extLst>
          </p:cNvPr>
          <p:cNvSpPr/>
          <p:nvPr/>
        </p:nvSpPr>
        <p:spPr>
          <a:xfrm>
            <a:off x="1699363" y="3381973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6136EE-9A0F-7703-E42D-7BA33A0486FF}"/>
              </a:ext>
            </a:extLst>
          </p:cNvPr>
          <p:cNvSpPr/>
          <p:nvPr/>
        </p:nvSpPr>
        <p:spPr>
          <a:xfrm>
            <a:off x="2169089" y="219414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24C8E0-CD13-6234-A9F7-93A29C1497EE}"/>
              </a:ext>
            </a:extLst>
          </p:cNvPr>
          <p:cNvSpPr/>
          <p:nvPr/>
        </p:nvSpPr>
        <p:spPr>
          <a:xfrm>
            <a:off x="1592893" y="444256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1648697-4697-3716-AA73-12BAD49D57F3}"/>
              </a:ext>
            </a:extLst>
          </p:cNvPr>
          <p:cNvSpPr/>
          <p:nvPr/>
        </p:nvSpPr>
        <p:spPr>
          <a:xfrm>
            <a:off x="1716064" y="450166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13D227-95F7-8AA9-BB6B-3E2996733CDA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B9B493-79C2-81FA-03D9-193CD99DF7EB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E635F2-8680-E828-5DB0-044F99510943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2C5910-7F63-2008-6C2F-A20C3075CEC8}"/>
              </a:ext>
            </a:extLst>
          </p:cNvPr>
          <p:cNvSpPr/>
          <p:nvPr/>
        </p:nvSpPr>
        <p:spPr>
          <a:xfrm>
            <a:off x="434235" y="448640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BF7CB1D0-2BF2-93FC-4B01-B9C8EE42A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294" y="2923060"/>
            <a:ext cx="6769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(to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again (to 1) → left is null, so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3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6)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8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10) → then 14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1F7C77-5BFA-4F63-FF77-03E4C9334048}"/>
              </a:ext>
            </a:extLst>
          </p:cNvPr>
          <p:cNvSpPr/>
          <p:nvPr/>
        </p:nvSpPr>
        <p:spPr>
          <a:xfrm>
            <a:off x="5198301" y="4486404"/>
            <a:ext cx="6461887" cy="1046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E156B9-0981-07BF-841B-6E9365B1F87C}"/>
              </a:ext>
            </a:extLst>
          </p:cNvPr>
          <p:cNvSpPr/>
          <p:nvPr/>
        </p:nvSpPr>
        <p:spPr>
          <a:xfrm>
            <a:off x="5259453" y="3717098"/>
            <a:ext cx="3367414" cy="433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40D8AD-4E4D-5CBC-8CC9-FDA07DA51916}"/>
              </a:ext>
            </a:extLst>
          </p:cNvPr>
          <p:cNvSpPr/>
          <p:nvPr/>
        </p:nvSpPr>
        <p:spPr>
          <a:xfrm>
            <a:off x="5303294" y="4128259"/>
            <a:ext cx="2170656" cy="35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A0CA2-6082-406F-5F34-12049D9701B4}"/>
              </a:ext>
            </a:extLst>
          </p:cNvPr>
          <p:cNvSpPr/>
          <p:nvPr/>
        </p:nvSpPr>
        <p:spPr>
          <a:xfrm>
            <a:off x="7484433" y="4151013"/>
            <a:ext cx="2170656" cy="35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9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3D4F-322F-00D1-D61B-035520FF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A9B2-D8AA-2D91-4BC1-93683E3C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B8EBAA-610E-E74C-04A5-18D8397D7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00FA47-3756-19CD-ABC3-B27C8700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99" y="170616"/>
            <a:ext cx="4690151" cy="19312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4499647-CFCD-DB67-925C-C332CD860D44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6FD2F5-B009-2B7D-9BEC-D5C757ACF1A7}"/>
              </a:ext>
            </a:extLst>
          </p:cNvPr>
          <p:cNvSpPr/>
          <p:nvPr/>
        </p:nvSpPr>
        <p:spPr>
          <a:xfrm>
            <a:off x="1578279" y="335697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CE16A0-1D18-C414-6439-B05F69C7DD9F}"/>
              </a:ext>
            </a:extLst>
          </p:cNvPr>
          <p:cNvSpPr/>
          <p:nvPr/>
        </p:nvSpPr>
        <p:spPr>
          <a:xfrm>
            <a:off x="540706" y="450513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695CE5-09F6-1D11-43B3-606613D08A36}"/>
              </a:ext>
            </a:extLst>
          </p:cNvPr>
          <p:cNvSpPr/>
          <p:nvPr/>
        </p:nvSpPr>
        <p:spPr>
          <a:xfrm>
            <a:off x="1699363" y="3381973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045D1E-F05A-076F-9732-E783144E7146}"/>
              </a:ext>
            </a:extLst>
          </p:cNvPr>
          <p:cNvSpPr/>
          <p:nvPr/>
        </p:nvSpPr>
        <p:spPr>
          <a:xfrm>
            <a:off x="2169089" y="219414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AC55BF-CFB0-B06D-61EC-B01A2FD62FBB}"/>
              </a:ext>
            </a:extLst>
          </p:cNvPr>
          <p:cNvSpPr/>
          <p:nvPr/>
        </p:nvSpPr>
        <p:spPr>
          <a:xfrm>
            <a:off x="1592893" y="444256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5ABF85-2997-C1BC-6A81-32847320AC40}"/>
              </a:ext>
            </a:extLst>
          </p:cNvPr>
          <p:cNvSpPr/>
          <p:nvPr/>
        </p:nvSpPr>
        <p:spPr>
          <a:xfrm>
            <a:off x="1716064" y="450166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AD3B8E-5570-DBBE-1619-BBDE6E45EA24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46BB97-5897-9DAA-219F-0E97C87F94C2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1B2DE2-AE99-F793-E461-157D2C5D012D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415F7B-383A-CDDB-7F6D-09AE7FBC1362}"/>
              </a:ext>
            </a:extLst>
          </p:cNvPr>
          <p:cNvSpPr/>
          <p:nvPr/>
        </p:nvSpPr>
        <p:spPr>
          <a:xfrm>
            <a:off x="2257479" y="2224331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B8C714-37D5-05D2-A9AB-49C6B1D7914C}"/>
              </a:ext>
            </a:extLst>
          </p:cNvPr>
          <p:cNvSpPr/>
          <p:nvPr/>
        </p:nvSpPr>
        <p:spPr>
          <a:xfrm>
            <a:off x="3134636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10888838-B08C-EE6E-C590-150B18220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294" y="2923060"/>
            <a:ext cx="6769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(to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again (to 1) → left is null, so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3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6)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8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10) → then 14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495B71-6C04-E8F2-2D40-DD09AB2E1E55}"/>
              </a:ext>
            </a:extLst>
          </p:cNvPr>
          <p:cNvSpPr/>
          <p:nvPr/>
        </p:nvSpPr>
        <p:spPr>
          <a:xfrm>
            <a:off x="5198301" y="4813124"/>
            <a:ext cx="6461887" cy="720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BF7FAD-F0B9-DC0D-EF18-83F6C01F54FA}"/>
              </a:ext>
            </a:extLst>
          </p:cNvPr>
          <p:cNvSpPr/>
          <p:nvPr/>
        </p:nvSpPr>
        <p:spPr>
          <a:xfrm>
            <a:off x="5330435" y="4501665"/>
            <a:ext cx="1565143" cy="311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D9140D-F264-A521-E498-DAB52C249A5D}"/>
              </a:ext>
            </a:extLst>
          </p:cNvPr>
          <p:cNvSpPr/>
          <p:nvPr/>
        </p:nvSpPr>
        <p:spPr>
          <a:xfrm>
            <a:off x="6864101" y="4505811"/>
            <a:ext cx="1565143" cy="311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5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5" grpId="0" animBg="1"/>
      <p:bldP spid="10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D2969-D746-87B8-53E6-CE82FB3B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6AB52-4488-8FFA-67C9-B29D02DCA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23FEB2-BCB3-18C3-E67D-7B939B95A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799B72-A188-FD53-E399-AF2FB078D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99" y="170616"/>
            <a:ext cx="4690151" cy="19312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5C5B912-6D51-CBC6-E2CE-CA4F344A5452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FF20A7-6FCF-B108-03FB-01A6235D3C13}"/>
              </a:ext>
            </a:extLst>
          </p:cNvPr>
          <p:cNvSpPr/>
          <p:nvPr/>
        </p:nvSpPr>
        <p:spPr>
          <a:xfrm>
            <a:off x="540706" y="450513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B24C36-033A-77A8-F723-9444B0C1D69F}"/>
              </a:ext>
            </a:extLst>
          </p:cNvPr>
          <p:cNvSpPr/>
          <p:nvPr/>
        </p:nvSpPr>
        <p:spPr>
          <a:xfrm>
            <a:off x="1699363" y="3381973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FFE6E8-0969-B872-A6CE-EDFA11F6ADB8}"/>
              </a:ext>
            </a:extLst>
          </p:cNvPr>
          <p:cNvSpPr/>
          <p:nvPr/>
        </p:nvSpPr>
        <p:spPr>
          <a:xfrm>
            <a:off x="2169089" y="219414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AC06C5-E2B9-4908-C58D-8CA6AAF34966}"/>
              </a:ext>
            </a:extLst>
          </p:cNvPr>
          <p:cNvSpPr/>
          <p:nvPr/>
        </p:nvSpPr>
        <p:spPr>
          <a:xfrm>
            <a:off x="1716064" y="450166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A3BDC1-E5CB-CBBD-F579-E91DED845828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813A9-B614-6EBF-EEA8-5ABAE05327AC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83EA1B-205E-01CD-D202-D511E964EED6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05F107-B80B-0498-E2AA-77040BD8BBA7}"/>
              </a:ext>
            </a:extLst>
          </p:cNvPr>
          <p:cNvSpPr/>
          <p:nvPr/>
        </p:nvSpPr>
        <p:spPr>
          <a:xfrm>
            <a:off x="2257479" y="2224331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9C47F2-A406-0AC7-B5BD-4C96CF355A46}"/>
              </a:ext>
            </a:extLst>
          </p:cNvPr>
          <p:cNvSpPr/>
          <p:nvPr/>
        </p:nvSpPr>
        <p:spPr>
          <a:xfrm>
            <a:off x="3134636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FE6F1E-BCB7-06AD-1243-C1B7AA827BF8}"/>
              </a:ext>
            </a:extLst>
          </p:cNvPr>
          <p:cNvSpPr/>
          <p:nvPr/>
        </p:nvSpPr>
        <p:spPr>
          <a:xfrm>
            <a:off x="2726497" y="3350631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AA32A1-F853-2D83-356F-344486B38B8A}"/>
              </a:ext>
            </a:extLst>
          </p:cNvPr>
          <p:cNvSpPr/>
          <p:nvPr/>
        </p:nvSpPr>
        <p:spPr>
          <a:xfrm>
            <a:off x="3832836" y="4419284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10AFE8-55B6-8B19-7604-ACB8C8C0EE7B}"/>
              </a:ext>
            </a:extLst>
          </p:cNvPr>
          <p:cNvSpPr/>
          <p:nvPr/>
        </p:nvSpPr>
        <p:spPr>
          <a:xfrm>
            <a:off x="2820440" y="337709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902562C-E4FB-C56E-D3E1-E0C2B85D2ED3}"/>
              </a:ext>
            </a:extLst>
          </p:cNvPr>
          <p:cNvSpPr/>
          <p:nvPr/>
        </p:nvSpPr>
        <p:spPr>
          <a:xfrm>
            <a:off x="3983147" y="451873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F331F7-4228-6DE9-EB6E-FA1F5B43E413}"/>
              </a:ext>
            </a:extLst>
          </p:cNvPr>
          <p:cNvSpPr/>
          <p:nvPr/>
        </p:nvSpPr>
        <p:spPr>
          <a:xfrm>
            <a:off x="410632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AEE1E3-0A9D-9F3B-525F-B110B45A430C}"/>
              </a:ext>
            </a:extLst>
          </p:cNvPr>
          <p:cNvSpPr/>
          <p:nvPr/>
        </p:nvSpPr>
        <p:spPr>
          <a:xfrm>
            <a:off x="507800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4CC51A62-6179-F198-E701-9A7277E71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294" y="2923060"/>
            <a:ext cx="6769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(to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again (to 1) → left is null, so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3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6)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8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10) → then 14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E64ADE-C95A-78B4-ACAF-D25AFEC7C2E3}"/>
              </a:ext>
            </a:extLst>
          </p:cNvPr>
          <p:cNvSpPr/>
          <p:nvPr/>
        </p:nvSpPr>
        <p:spPr>
          <a:xfrm>
            <a:off x="5213026" y="4851349"/>
            <a:ext cx="2409062" cy="380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D9F10B-4006-321F-2887-EDD00D6DC693}"/>
              </a:ext>
            </a:extLst>
          </p:cNvPr>
          <p:cNvSpPr/>
          <p:nvPr/>
        </p:nvSpPr>
        <p:spPr>
          <a:xfrm>
            <a:off x="7622088" y="4851349"/>
            <a:ext cx="1565143" cy="311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8B4C2B-E1F1-54D4-0457-FB4CE87F8740}"/>
              </a:ext>
            </a:extLst>
          </p:cNvPr>
          <p:cNvSpPr/>
          <p:nvPr/>
        </p:nvSpPr>
        <p:spPr>
          <a:xfrm>
            <a:off x="9158310" y="4851349"/>
            <a:ext cx="1565143" cy="311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DD2952-1912-F6EF-BD23-E726A56A3604}"/>
              </a:ext>
            </a:extLst>
          </p:cNvPr>
          <p:cNvSpPr/>
          <p:nvPr/>
        </p:nvSpPr>
        <p:spPr>
          <a:xfrm>
            <a:off x="10772384" y="4836419"/>
            <a:ext cx="701457" cy="380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7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A9D2-226E-52E6-F7DF-D883ADF8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0D09-24BC-6128-FF04-90740298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2FA2B8-214D-BCB2-04CE-D4671C705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DEDC5C-79AA-C4E7-5BC6-CB4AC577B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399" y="170616"/>
            <a:ext cx="4690151" cy="19312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0FFDC07-AD5E-46FC-ADFE-EA0D42C74870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050B8F-1D27-9D6D-1A79-518366920ABB}"/>
              </a:ext>
            </a:extLst>
          </p:cNvPr>
          <p:cNvSpPr/>
          <p:nvPr/>
        </p:nvSpPr>
        <p:spPr>
          <a:xfrm>
            <a:off x="540706" y="450513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946514-B4AA-5C0B-9C88-771C9874279C}"/>
              </a:ext>
            </a:extLst>
          </p:cNvPr>
          <p:cNvSpPr/>
          <p:nvPr/>
        </p:nvSpPr>
        <p:spPr>
          <a:xfrm>
            <a:off x="1699363" y="3381973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F1A0D-683C-7B04-2DF0-1CF9B503701D}"/>
              </a:ext>
            </a:extLst>
          </p:cNvPr>
          <p:cNvSpPr/>
          <p:nvPr/>
        </p:nvSpPr>
        <p:spPr>
          <a:xfrm>
            <a:off x="2169089" y="219414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431EA7-FA22-7D97-551F-D447D8A14622}"/>
              </a:ext>
            </a:extLst>
          </p:cNvPr>
          <p:cNvSpPr/>
          <p:nvPr/>
        </p:nvSpPr>
        <p:spPr>
          <a:xfrm>
            <a:off x="1716064" y="450166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9408C3-D2EC-12DB-6B23-F06BE80A310F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6507C5-B654-770B-BC10-542B97EB4D75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C08CA3-DE08-889D-4389-D8D7C803A27C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E4B7BF-D6F9-DAA2-03B1-66DF9280ED27}"/>
              </a:ext>
            </a:extLst>
          </p:cNvPr>
          <p:cNvSpPr/>
          <p:nvPr/>
        </p:nvSpPr>
        <p:spPr>
          <a:xfrm>
            <a:off x="2257479" y="2224331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0EE2-6358-EAF4-8ED4-8A311B65062E}"/>
              </a:ext>
            </a:extLst>
          </p:cNvPr>
          <p:cNvSpPr/>
          <p:nvPr/>
        </p:nvSpPr>
        <p:spPr>
          <a:xfrm>
            <a:off x="3134636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C7012-DAFF-21D4-AA68-F2FB93E86302}"/>
              </a:ext>
            </a:extLst>
          </p:cNvPr>
          <p:cNvSpPr/>
          <p:nvPr/>
        </p:nvSpPr>
        <p:spPr>
          <a:xfrm>
            <a:off x="2726497" y="3350631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0473D8-E7AA-0202-6F97-0109DADAC736}"/>
              </a:ext>
            </a:extLst>
          </p:cNvPr>
          <p:cNvSpPr/>
          <p:nvPr/>
        </p:nvSpPr>
        <p:spPr>
          <a:xfrm>
            <a:off x="3832836" y="4419284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DFE36BF-5731-B7B0-6D45-EAB60CAE1DA0}"/>
              </a:ext>
            </a:extLst>
          </p:cNvPr>
          <p:cNvSpPr/>
          <p:nvPr/>
        </p:nvSpPr>
        <p:spPr>
          <a:xfrm>
            <a:off x="2820440" y="337709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038697D-1799-ED9A-F07D-17CA935329B2}"/>
              </a:ext>
            </a:extLst>
          </p:cNvPr>
          <p:cNvSpPr/>
          <p:nvPr/>
        </p:nvSpPr>
        <p:spPr>
          <a:xfrm>
            <a:off x="3983147" y="451873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7AE184-90C8-873F-5DBB-CF783323C67C}"/>
              </a:ext>
            </a:extLst>
          </p:cNvPr>
          <p:cNvSpPr/>
          <p:nvPr/>
        </p:nvSpPr>
        <p:spPr>
          <a:xfrm>
            <a:off x="410632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105636-91FA-E27F-60AD-0ABDAFDA884B}"/>
              </a:ext>
            </a:extLst>
          </p:cNvPr>
          <p:cNvSpPr/>
          <p:nvPr/>
        </p:nvSpPr>
        <p:spPr>
          <a:xfrm>
            <a:off x="507800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F21C4AA-7D35-F481-02B2-992E2E176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294" y="2923060"/>
            <a:ext cx="6769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(to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again (to 1) → left is null, so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3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6)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8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10) → then 14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25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C3E0-281F-83D5-7316-04E13B07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C0EF-2640-5D63-D65A-29AA59700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7207" y="717837"/>
            <a:ext cx="9144000" cy="1055614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Pre-Order Traversal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7ED53D-B4E1-1094-9E2C-14FE548B39FD}"/>
              </a:ext>
            </a:extLst>
          </p:cNvPr>
          <p:cNvGrpSpPr/>
          <p:nvPr/>
        </p:nvGrpSpPr>
        <p:grpSpPr>
          <a:xfrm>
            <a:off x="5130059" y="3117962"/>
            <a:ext cx="2285925" cy="2027564"/>
            <a:chOff x="5066852" y="3522489"/>
            <a:chExt cx="2285925" cy="2027564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7980DC79-7132-424A-CC7D-37DE18DFAE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457" r="64251" b="27021"/>
            <a:stretch>
              <a:fillRect/>
            </a:stretch>
          </p:blipFill>
          <p:spPr bwMode="auto">
            <a:xfrm>
              <a:off x="5066852" y="3795384"/>
              <a:ext cx="2285925" cy="1754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2879FC3-356D-890D-443A-7306CC93D5AD}"/>
                </a:ext>
              </a:extLst>
            </p:cNvPr>
            <p:cNvSpPr/>
            <p:nvPr/>
          </p:nvSpPr>
          <p:spPr>
            <a:xfrm>
              <a:off x="6338170" y="3522489"/>
              <a:ext cx="713983" cy="39815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10EBD78-F46F-20DF-3F53-6200C39AF17F}"/>
              </a:ext>
            </a:extLst>
          </p:cNvPr>
          <p:cNvSpPr txBox="1"/>
          <p:nvPr/>
        </p:nvSpPr>
        <p:spPr>
          <a:xfrm>
            <a:off x="3915360" y="4537124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2) Left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A69401-FB9A-A7D3-5843-6B5EB7A96C51}"/>
              </a:ext>
            </a:extLst>
          </p:cNvPr>
          <p:cNvCxnSpPr>
            <a:cxnSpLocks/>
          </p:cNvCxnSpPr>
          <p:nvPr/>
        </p:nvCxnSpPr>
        <p:spPr>
          <a:xfrm flipH="1">
            <a:off x="4900565" y="3296383"/>
            <a:ext cx="691923" cy="9040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1DC97A-9675-109B-F906-45535E85127C}"/>
              </a:ext>
            </a:extLst>
          </p:cNvPr>
          <p:cNvSpPr txBox="1"/>
          <p:nvPr/>
        </p:nvSpPr>
        <p:spPr>
          <a:xfrm>
            <a:off x="5797245" y="2931177"/>
            <a:ext cx="104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Node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E52E4-9424-1166-28EC-BBE93D8713F5}"/>
              </a:ext>
            </a:extLst>
          </p:cNvPr>
          <p:cNvSpPr txBox="1"/>
          <p:nvPr/>
        </p:nvSpPr>
        <p:spPr>
          <a:xfrm>
            <a:off x="7751301" y="4537124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3) Right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5CA048-834D-EBFB-6E2E-B6E2C51F5F68}"/>
              </a:ext>
            </a:extLst>
          </p:cNvPr>
          <p:cNvCxnSpPr>
            <a:cxnSpLocks/>
          </p:cNvCxnSpPr>
          <p:nvPr/>
        </p:nvCxnSpPr>
        <p:spPr>
          <a:xfrm>
            <a:off x="6951588" y="3085476"/>
            <a:ext cx="867806" cy="11827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59F59C-808E-48B5-2F05-F84F08B92888}"/>
              </a:ext>
            </a:extLst>
          </p:cNvPr>
          <p:cNvCxnSpPr>
            <a:cxnSpLocks/>
          </p:cNvCxnSpPr>
          <p:nvPr/>
        </p:nvCxnSpPr>
        <p:spPr>
          <a:xfrm flipV="1">
            <a:off x="4456593" y="3085476"/>
            <a:ext cx="790441" cy="10556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68B9D56-DFB8-5A6F-C791-8CB5E024B92B}"/>
              </a:ext>
            </a:extLst>
          </p:cNvPr>
          <p:cNvSpPr txBox="1"/>
          <p:nvPr/>
        </p:nvSpPr>
        <p:spPr>
          <a:xfrm>
            <a:off x="6106664" y="5716377"/>
            <a:ext cx="58942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CCFC1D-8A16-AC41-5893-EA787436D6CF}"/>
              </a:ext>
            </a:extLst>
          </p:cNvPr>
          <p:cNvSpPr txBox="1"/>
          <p:nvPr/>
        </p:nvSpPr>
        <p:spPr>
          <a:xfrm>
            <a:off x="6786263" y="5716377"/>
            <a:ext cx="533636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EF6536-AA61-8DB9-86E5-6054FB0480FD}"/>
              </a:ext>
            </a:extLst>
          </p:cNvPr>
          <p:cNvSpPr txBox="1"/>
          <p:nvPr/>
        </p:nvSpPr>
        <p:spPr>
          <a:xfrm>
            <a:off x="5459833" y="5716377"/>
            <a:ext cx="53363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6531ABB-44A1-CC8A-F79D-D4A6DD113ED2}"/>
              </a:ext>
            </a:extLst>
          </p:cNvPr>
          <p:cNvSpPr txBox="1">
            <a:spLocks/>
          </p:cNvSpPr>
          <p:nvPr/>
        </p:nvSpPr>
        <p:spPr>
          <a:xfrm>
            <a:off x="1846584" y="1752167"/>
            <a:ext cx="8293767" cy="568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</a:rPr>
              <a:t>(</a:t>
            </a:r>
            <a:r>
              <a:rPr lang="en-US" sz="3200" dirty="0">
                <a:solidFill>
                  <a:srgbClr val="FF0000"/>
                </a:solidFill>
              </a:rPr>
              <a:t>Node – Left – Right</a:t>
            </a:r>
            <a:r>
              <a:rPr lang="en-US" sz="3200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731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1" grpId="0" animBg="1"/>
      <p:bldP spid="12" grpId="0" animBg="1"/>
      <p:bldP spid="13" grpId="0" animBg="1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BCF4-A344-A763-F062-721F8DA57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5D05-D7B3-7225-89DF-B73D123B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Pre-Order Traversal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B4721-A20E-DFD3-63BE-020B4A322CAF}"/>
              </a:ext>
            </a:extLst>
          </p:cNvPr>
          <p:cNvSpPr txBox="1"/>
          <p:nvPr/>
        </p:nvSpPr>
        <p:spPr>
          <a:xfrm>
            <a:off x="5024582" y="2245934"/>
            <a:ext cx="72499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“To traverse a BST </a:t>
            </a:r>
            <a:r>
              <a:rPr lang="en-US" sz="3600" i="1" dirty="0"/>
              <a:t>pre order</a:t>
            </a:r>
            <a:r>
              <a:rPr lang="en-US" sz="3600" dirty="0"/>
              <a:t>, do the following at every node:</a:t>
            </a:r>
            <a:br>
              <a:rPr lang="en-US" sz="3600" dirty="0"/>
            </a:br>
            <a:r>
              <a:rPr lang="en-US" sz="3600" dirty="0"/>
              <a:t>1️⃣ </a:t>
            </a:r>
            <a:r>
              <a:rPr lang="en-US" sz="3600" i="1" dirty="0"/>
              <a:t>Visit</a:t>
            </a:r>
            <a:r>
              <a:rPr lang="en-US" sz="3600" dirty="0"/>
              <a:t> (or print) the </a:t>
            </a:r>
            <a:r>
              <a:rPr lang="en-US" sz="3600" b="1" dirty="0"/>
              <a:t>current</a:t>
            </a:r>
            <a:r>
              <a:rPr lang="en-US" sz="3600" dirty="0"/>
              <a:t> node.</a:t>
            </a:r>
            <a:br>
              <a:rPr lang="en-US" sz="3600" dirty="0"/>
            </a:br>
            <a:r>
              <a:rPr lang="en-US" sz="3600" dirty="0"/>
              <a:t>2️⃣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left</a:t>
            </a:r>
            <a:r>
              <a:rPr lang="en-US" sz="3600" dirty="0"/>
              <a:t> subtree.</a:t>
            </a:r>
          </a:p>
          <a:p>
            <a:r>
              <a:rPr lang="en-US" sz="3600" dirty="0"/>
              <a:t>3️⃣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right</a:t>
            </a:r>
            <a:r>
              <a:rPr lang="en-US" sz="3600" dirty="0"/>
              <a:t> subtree.”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A075B-B02E-4455-BC6F-24D289580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" y="2068512"/>
            <a:ext cx="4657732" cy="315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8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3E12E-D837-CC57-9CB8-5CAEC9E1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49B2-455F-4D18-727A-96F99DF6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46893-99E1-4BEE-88BC-60C89505B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" y="2068512"/>
            <a:ext cx="4657732" cy="31511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DDA2C1-291E-E6C2-CB1C-F748E1A0E3D1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3FDB0-C744-0A81-70B8-0A70CA8B5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22" y="227883"/>
            <a:ext cx="4595885" cy="1871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6D05AD-1B8C-0711-9882-A98697F2E508}"/>
              </a:ext>
            </a:extLst>
          </p:cNvPr>
          <p:cNvSpPr txBox="1"/>
          <p:nvPr/>
        </p:nvSpPr>
        <p:spPr>
          <a:xfrm>
            <a:off x="5879404" y="2965908"/>
            <a:ext cx="6097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Start at 8 → print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3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1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right → 6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right → 10 → print 10 → right → 14 → print 14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7B2B1-B497-CDE3-AC8B-B12F2FEAE9C8}"/>
              </a:ext>
            </a:extLst>
          </p:cNvPr>
          <p:cNvSpPr/>
          <p:nvPr/>
        </p:nvSpPr>
        <p:spPr>
          <a:xfrm>
            <a:off x="1521912" y="3319397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F69AF4-F400-CBBE-F96C-BC26C170A471}"/>
              </a:ext>
            </a:extLst>
          </p:cNvPr>
          <p:cNvSpPr/>
          <p:nvPr/>
        </p:nvSpPr>
        <p:spPr>
          <a:xfrm>
            <a:off x="1642996" y="334439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B7CBBC-7C90-AB2D-62AA-46819389A349}"/>
              </a:ext>
            </a:extLst>
          </p:cNvPr>
          <p:cNvSpPr/>
          <p:nvPr/>
        </p:nvSpPr>
        <p:spPr>
          <a:xfrm>
            <a:off x="2137774" y="2118989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29857BD-37D6-B3F9-2024-B869A1E56AF8}"/>
              </a:ext>
            </a:extLst>
          </p:cNvPr>
          <p:cNvSpPr/>
          <p:nvPr/>
        </p:nvSpPr>
        <p:spPr>
          <a:xfrm>
            <a:off x="2226164" y="214917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6EF189-B90D-024F-84D9-36766656E6E9}"/>
              </a:ext>
            </a:extLst>
          </p:cNvPr>
          <p:cNvSpPr/>
          <p:nvPr/>
        </p:nvSpPr>
        <p:spPr>
          <a:xfrm>
            <a:off x="272519" y="4537031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650F3A-881A-5F8C-88A6-C37D2AA6126B}"/>
              </a:ext>
            </a:extLst>
          </p:cNvPr>
          <p:cNvSpPr/>
          <p:nvPr/>
        </p:nvSpPr>
        <p:spPr>
          <a:xfrm>
            <a:off x="393603" y="456202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010DFD-D2CB-45E4-75CC-90AD0F60F331}"/>
              </a:ext>
            </a:extLst>
          </p:cNvPr>
          <p:cNvSpPr/>
          <p:nvPr/>
        </p:nvSpPr>
        <p:spPr>
          <a:xfrm>
            <a:off x="5879404" y="4108537"/>
            <a:ext cx="5945746" cy="1246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12BAF0-F304-6E67-F196-8DA60AB51EB6}"/>
              </a:ext>
            </a:extLst>
          </p:cNvPr>
          <p:cNvSpPr/>
          <p:nvPr/>
        </p:nvSpPr>
        <p:spPr>
          <a:xfrm>
            <a:off x="5969907" y="3063218"/>
            <a:ext cx="2882370" cy="28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029902-7FD3-6BE0-09E3-ECF3072093C7}"/>
              </a:ext>
            </a:extLst>
          </p:cNvPr>
          <p:cNvSpPr/>
          <p:nvPr/>
        </p:nvSpPr>
        <p:spPr>
          <a:xfrm>
            <a:off x="5969907" y="3408750"/>
            <a:ext cx="2882370" cy="28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439522-9FE8-42EE-1C9D-F3F79020EC65}"/>
              </a:ext>
            </a:extLst>
          </p:cNvPr>
          <p:cNvSpPr/>
          <p:nvPr/>
        </p:nvSpPr>
        <p:spPr>
          <a:xfrm>
            <a:off x="5879404" y="3818978"/>
            <a:ext cx="2882370" cy="28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DB3535-23BB-1778-5F42-5C48ED23F7F1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9B1B9B-660A-FECB-37F7-1837365C7B69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9B933D-5613-D378-1719-02A675D881C0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37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3C219-3C0E-6AC2-145E-0CA6DFBC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F09D4-002F-0734-31E1-80B64D187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96C2D-A9AE-88FF-02AC-8B086EA9F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" y="2068512"/>
            <a:ext cx="4657732" cy="31511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6560-21DF-AC1E-A811-CED4C6A95B06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B311FF-2955-B92C-46E1-33A482BC0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922" y="227883"/>
            <a:ext cx="4595885" cy="1871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E2D7F5-C078-A650-C630-CD7289841FA0}"/>
              </a:ext>
            </a:extLst>
          </p:cNvPr>
          <p:cNvSpPr txBox="1"/>
          <p:nvPr/>
        </p:nvSpPr>
        <p:spPr>
          <a:xfrm>
            <a:off x="5879404" y="2965908"/>
            <a:ext cx="6097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Start at 8 → print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3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1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right → 6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right → 10 → print 10 → right → 14 → print 14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DD99F7-2A2A-9BDD-91B9-1F068E2A3606}"/>
              </a:ext>
            </a:extLst>
          </p:cNvPr>
          <p:cNvSpPr/>
          <p:nvPr/>
        </p:nvSpPr>
        <p:spPr>
          <a:xfrm>
            <a:off x="1642996" y="334439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FF1AB3-2F9C-3448-DBF7-5EF747B7DCE4}"/>
              </a:ext>
            </a:extLst>
          </p:cNvPr>
          <p:cNvSpPr/>
          <p:nvPr/>
        </p:nvSpPr>
        <p:spPr>
          <a:xfrm>
            <a:off x="2226164" y="214917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69DC00-94A7-3DC8-0A1E-57AC091DEC95}"/>
              </a:ext>
            </a:extLst>
          </p:cNvPr>
          <p:cNvSpPr/>
          <p:nvPr/>
        </p:nvSpPr>
        <p:spPr>
          <a:xfrm>
            <a:off x="393603" y="456202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D9EC42-F625-9D51-B449-A855EDF556B2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C1211C-5044-23A0-1488-86EBB47FF0BF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F54C56-583F-4252-FE4D-AD690F6D4FC3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D96B5D-37DA-2ECC-4F8F-1523E1530D6F}"/>
              </a:ext>
            </a:extLst>
          </p:cNvPr>
          <p:cNvSpPr/>
          <p:nvPr/>
        </p:nvSpPr>
        <p:spPr>
          <a:xfrm>
            <a:off x="1521912" y="3319397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A8A396-B648-DA4A-4F4B-83E9B0591F4B}"/>
              </a:ext>
            </a:extLst>
          </p:cNvPr>
          <p:cNvSpPr/>
          <p:nvPr/>
        </p:nvSpPr>
        <p:spPr>
          <a:xfrm>
            <a:off x="2137774" y="2118989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F3BBD8-9E0F-5DEF-4EFA-2DF9A739555B}"/>
              </a:ext>
            </a:extLst>
          </p:cNvPr>
          <p:cNvGrpSpPr/>
          <p:nvPr/>
        </p:nvGrpSpPr>
        <p:grpSpPr>
          <a:xfrm>
            <a:off x="1554270" y="4533276"/>
            <a:ext cx="1083502" cy="720247"/>
            <a:chOff x="9796685" y="5925028"/>
            <a:chExt cx="1083502" cy="72024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0D4EAD6-3470-F6F9-6AE4-04255560D39A}"/>
                </a:ext>
              </a:extLst>
            </p:cNvPr>
            <p:cNvSpPr/>
            <p:nvPr/>
          </p:nvSpPr>
          <p:spPr>
            <a:xfrm>
              <a:off x="9885075" y="5955214"/>
              <a:ext cx="906050" cy="56790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D65EECD-07F8-19BD-18B5-5AC37C7E1452}"/>
                </a:ext>
              </a:extLst>
            </p:cNvPr>
            <p:cNvSpPr/>
            <p:nvPr/>
          </p:nvSpPr>
          <p:spPr>
            <a:xfrm>
              <a:off x="9796685" y="5925028"/>
              <a:ext cx="1083502" cy="720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5C3194-09A2-A4CD-45EF-9AA4FB8CBB4E}"/>
              </a:ext>
            </a:extLst>
          </p:cNvPr>
          <p:cNvSpPr/>
          <p:nvPr/>
        </p:nvSpPr>
        <p:spPr>
          <a:xfrm>
            <a:off x="313221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35F5EF-17A1-0E21-2159-B67232B4E87A}"/>
              </a:ext>
            </a:extLst>
          </p:cNvPr>
          <p:cNvSpPr/>
          <p:nvPr/>
        </p:nvSpPr>
        <p:spPr>
          <a:xfrm>
            <a:off x="5879404" y="4448783"/>
            <a:ext cx="5945746" cy="906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2E760A-B7D9-DC1E-342D-7B154E4FBD97}"/>
              </a:ext>
            </a:extLst>
          </p:cNvPr>
          <p:cNvSpPr/>
          <p:nvPr/>
        </p:nvSpPr>
        <p:spPr>
          <a:xfrm>
            <a:off x="7303330" y="4193426"/>
            <a:ext cx="2882370" cy="28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02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D413-72FB-2B67-6ECB-4E0C5ED0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AC72F-B04E-482A-47ED-8C2C0B58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1BDA73-87B0-7DC7-DB20-3BA2D8154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" y="2068512"/>
            <a:ext cx="4657732" cy="31511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82DEFA-9F15-98BA-5550-6B305BBCEDC0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4B936A-D7D2-D443-E80E-BAD4C786B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22" y="227883"/>
            <a:ext cx="4595885" cy="1871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E7EE0E-9A6D-F8BC-DFDE-925EEC13D93F}"/>
              </a:ext>
            </a:extLst>
          </p:cNvPr>
          <p:cNvSpPr txBox="1"/>
          <p:nvPr/>
        </p:nvSpPr>
        <p:spPr>
          <a:xfrm>
            <a:off x="5879404" y="2965908"/>
            <a:ext cx="6097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Start at 8 → print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3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1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right → 6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right → 10 → print 10 → right → 14 → print 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118694-F44B-547B-7DA7-97B00040D2D3}"/>
              </a:ext>
            </a:extLst>
          </p:cNvPr>
          <p:cNvSpPr/>
          <p:nvPr/>
        </p:nvSpPr>
        <p:spPr>
          <a:xfrm>
            <a:off x="1636020" y="3353078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CA877-62F8-8549-B434-F7FA6D8F3C5D}"/>
              </a:ext>
            </a:extLst>
          </p:cNvPr>
          <p:cNvSpPr/>
          <p:nvPr/>
        </p:nvSpPr>
        <p:spPr>
          <a:xfrm>
            <a:off x="1547630" y="332289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17A5C2-2D86-2B57-392F-D045DE87044B}"/>
              </a:ext>
            </a:extLst>
          </p:cNvPr>
          <p:cNvSpPr/>
          <p:nvPr/>
        </p:nvSpPr>
        <p:spPr>
          <a:xfrm>
            <a:off x="1636020" y="455606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6C6A12-DACF-7EC0-6B5B-2563E89C34D1}"/>
              </a:ext>
            </a:extLst>
          </p:cNvPr>
          <p:cNvSpPr/>
          <p:nvPr/>
        </p:nvSpPr>
        <p:spPr>
          <a:xfrm>
            <a:off x="439519" y="456254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CD9D4C-4F96-393C-465F-68238A34759E}"/>
              </a:ext>
            </a:extLst>
          </p:cNvPr>
          <p:cNvGrpSpPr/>
          <p:nvPr/>
        </p:nvGrpSpPr>
        <p:grpSpPr>
          <a:xfrm>
            <a:off x="2153965" y="2118562"/>
            <a:ext cx="1083502" cy="720247"/>
            <a:chOff x="9644285" y="5772628"/>
            <a:chExt cx="1083502" cy="72024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B206F2B-3C69-0061-A0C6-B8B009C94318}"/>
                </a:ext>
              </a:extLst>
            </p:cNvPr>
            <p:cNvSpPr/>
            <p:nvPr/>
          </p:nvSpPr>
          <p:spPr>
            <a:xfrm>
              <a:off x="9732675" y="5802814"/>
              <a:ext cx="906050" cy="56790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8306BD1-0A6C-114F-E0A8-41E143BFD485}"/>
                </a:ext>
              </a:extLst>
            </p:cNvPr>
            <p:cNvSpPr/>
            <p:nvPr/>
          </p:nvSpPr>
          <p:spPr>
            <a:xfrm>
              <a:off x="9644285" y="5772628"/>
              <a:ext cx="1083502" cy="720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EBB6A-3C3E-922E-1A03-375C224BC779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4B133F-BB27-7722-0FF4-3AAF82DB1376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DD29DC-70FF-7781-F113-95442C865AA2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8B6762-66A8-C112-A96F-2C62677490D7}"/>
              </a:ext>
            </a:extLst>
          </p:cNvPr>
          <p:cNvSpPr/>
          <p:nvPr/>
        </p:nvSpPr>
        <p:spPr>
          <a:xfrm>
            <a:off x="313221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044D87-9276-DB97-8394-737486E142C1}"/>
              </a:ext>
            </a:extLst>
          </p:cNvPr>
          <p:cNvGrpSpPr/>
          <p:nvPr/>
        </p:nvGrpSpPr>
        <p:grpSpPr>
          <a:xfrm>
            <a:off x="2744355" y="3309007"/>
            <a:ext cx="1083502" cy="720247"/>
            <a:chOff x="9644285" y="5772628"/>
            <a:chExt cx="1083502" cy="72024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33E8A40-8196-4483-000D-E52536A5545C}"/>
                </a:ext>
              </a:extLst>
            </p:cNvPr>
            <p:cNvSpPr/>
            <p:nvPr/>
          </p:nvSpPr>
          <p:spPr>
            <a:xfrm>
              <a:off x="9732675" y="5802814"/>
              <a:ext cx="906050" cy="56790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B345B98-8C9E-3248-F073-9743C57D29BD}"/>
                </a:ext>
              </a:extLst>
            </p:cNvPr>
            <p:cNvSpPr/>
            <p:nvPr/>
          </p:nvSpPr>
          <p:spPr>
            <a:xfrm>
              <a:off x="9644285" y="5772628"/>
              <a:ext cx="1083502" cy="720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5EEE807-2A37-87F4-ECEB-D31014E3E3A7}"/>
              </a:ext>
            </a:extLst>
          </p:cNvPr>
          <p:cNvSpPr/>
          <p:nvPr/>
        </p:nvSpPr>
        <p:spPr>
          <a:xfrm>
            <a:off x="4085879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81E6F7-B240-AE4F-F605-58CDBB03FC7A}"/>
              </a:ext>
            </a:extLst>
          </p:cNvPr>
          <p:cNvGrpSpPr/>
          <p:nvPr/>
        </p:nvGrpSpPr>
        <p:grpSpPr>
          <a:xfrm>
            <a:off x="3941080" y="4553985"/>
            <a:ext cx="1083502" cy="720247"/>
            <a:chOff x="9644285" y="5772628"/>
            <a:chExt cx="1083502" cy="720247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EF23139-DC91-E9C4-2476-5607111E5D26}"/>
                </a:ext>
              </a:extLst>
            </p:cNvPr>
            <p:cNvSpPr/>
            <p:nvPr/>
          </p:nvSpPr>
          <p:spPr>
            <a:xfrm>
              <a:off x="9732675" y="5802814"/>
              <a:ext cx="906050" cy="56790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1A53AB5-3063-EC7E-05EC-B581A36D7F75}"/>
                </a:ext>
              </a:extLst>
            </p:cNvPr>
            <p:cNvSpPr/>
            <p:nvPr/>
          </p:nvSpPr>
          <p:spPr>
            <a:xfrm>
              <a:off x="9644285" y="5772628"/>
              <a:ext cx="1083502" cy="720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D5B7427-3938-36EA-C78E-6653827CFEA6}"/>
              </a:ext>
            </a:extLst>
          </p:cNvPr>
          <p:cNvSpPr/>
          <p:nvPr/>
        </p:nvSpPr>
        <p:spPr>
          <a:xfrm>
            <a:off x="503954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F2031-9644-9777-CA90-3663DC0175E9}"/>
              </a:ext>
            </a:extLst>
          </p:cNvPr>
          <p:cNvSpPr/>
          <p:nvPr/>
        </p:nvSpPr>
        <p:spPr>
          <a:xfrm>
            <a:off x="7303330" y="4550456"/>
            <a:ext cx="3131206" cy="3004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262DAC-B6E1-0F0F-97E7-8516A9B59F80}"/>
              </a:ext>
            </a:extLst>
          </p:cNvPr>
          <p:cNvSpPr/>
          <p:nvPr/>
        </p:nvSpPr>
        <p:spPr>
          <a:xfrm>
            <a:off x="10434536" y="4550456"/>
            <a:ext cx="1734436" cy="300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4B0F07-B3C6-E34F-664B-BCB0A74B3D56}"/>
              </a:ext>
            </a:extLst>
          </p:cNvPr>
          <p:cNvSpPr/>
          <p:nvPr/>
        </p:nvSpPr>
        <p:spPr>
          <a:xfrm>
            <a:off x="5995481" y="4868121"/>
            <a:ext cx="1734436" cy="300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08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5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DB8BB-19DA-567E-F039-BECDAADD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5ABC-BD84-4A2C-943C-5281F4EA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BED1B-F268-4668-C388-26C435EF0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" y="2068512"/>
            <a:ext cx="4657732" cy="31511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AC280A-A1C7-8A90-576C-478CAA831AC6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06ADC-F970-2FB3-311D-F59D454AA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22" y="227883"/>
            <a:ext cx="4595885" cy="1871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F5B95F-7ED6-B557-68DD-B2AA3E876923}"/>
              </a:ext>
            </a:extLst>
          </p:cNvPr>
          <p:cNvSpPr txBox="1"/>
          <p:nvPr/>
        </p:nvSpPr>
        <p:spPr>
          <a:xfrm>
            <a:off x="5879404" y="2965908"/>
            <a:ext cx="6097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Start at 8 → print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3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1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right → 6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right → 10 → print 10 → right → 14 → print 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F9381-AF9C-9A8B-5EC8-C61013E75053}"/>
              </a:ext>
            </a:extLst>
          </p:cNvPr>
          <p:cNvSpPr/>
          <p:nvPr/>
        </p:nvSpPr>
        <p:spPr>
          <a:xfrm>
            <a:off x="1636020" y="3353078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4D71E1-EA21-4877-CFDA-9C721CABAD74}"/>
              </a:ext>
            </a:extLst>
          </p:cNvPr>
          <p:cNvSpPr/>
          <p:nvPr/>
        </p:nvSpPr>
        <p:spPr>
          <a:xfrm>
            <a:off x="1636020" y="455606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90135D-61CC-AC39-B042-D58CB06C4AE6}"/>
              </a:ext>
            </a:extLst>
          </p:cNvPr>
          <p:cNvSpPr/>
          <p:nvPr/>
        </p:nvSpPr>
        <p:spPr>
          <a:xfrm>
            <a:off x="439519" y="456254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C00261-E2C5-D7CD-00BC-211300E7C706}"/>
              </a:ext>
            </a:extLst>
          </p:cNvPr>
          <p:cNvSpPr/>
          <p:nvPr/>
        </p:nvSpPr>
        <p:spPr>
          <a:xfrm>
            <a:off x="2242355" y="2148748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4B880E-FAE2-541E-0708-06ED961E6622}"/>
              </a:ext>
            </a:extLst>
          </p:cNvPr>
          <p:cNvSpPr/>
          <p:nvPr/>
        </p:nvSpPr>
        <p:spPr>
          <a:xfrm>
            <a:off x="2153965" y="211856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CBFF8E-B3AE-9C4E-CC79-559E5AFBE773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A84540-8F7F-373A-E14F-4CE0EB488F46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266905-B529-C834-5A39-D9241DB79399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6B6B0A-2C7A-C387-5562-630B5D9A6E4E}"/>
              </a:ext>
            </a:extLst>
          </p:cNvPr>
          <p:cNvSpPr/>
          <p:nvPr/>
        </p:nvSpPr>
        <p:spPr>
          <a:xfrm>
            <a:off x="313221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A2ACE6-B115-1BF1-0AD6-DC795BDBA2D1}"/>
              </a:ext>
            </a:extLst>
          </p:cNvPr>
          <p:cNvSpPr/>
          <p:nvPr/>
        </p:nvSpPr>
        <p:spPr>
          <a:xfrm>
            <a:off x="2832745" y="3339193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1E5B6B-8831-0F26-CB7C-ECC12DFCD3E5}"/>
              </a:ext>
            </a:extLst>
          </p:cNvPr>
          <p:cNvSpPr/>
          <p:nvPr/>
        </p:nvSpPr>
        <p:spPr>
          <a:xfrm>
            <a:off x="2744355" y="3309007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943655-0083-1B03-AE2C-6CCD7822A215}"/>
              </a:ext>
            </a:extLst>
          </p:cNvPr>
          <p:cNvSpPr/>
          <p:nvPr/>
        </p:nvSpPr>
        <p:spPr>
          <a:xfrm>
            <a:off x="4085879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1FF6908-72FB-4632-7DE4-36BEECEF6C6D}"/>
              </a:ext>
            </a:extLst>
          </p:cNvPr>
          <p:cNvSpPr/>
          <p:nvPr/>
        </p:nvSpPr>
        <p:spPr>
          <a:xfrm>
            <a:off x="4029470" y="4584171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215EFF-9A05-7582-6E9D-CA3A63B1EEEC}"/>
              </a:ext>
            </a:extLst>
          </p:cNvPr>
          <p:cNvSpPr/>
          <p:nvPr/>
        </p:nvSpPr>
        <p:spPr>
          <a:xfrm>
            <a:off x="3941080" y="455398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A80DBF-82C5-EEBB-6B1B-86BB44F826CD}"/>
              </a:ext>
            </a:extLst>
          </p:cNvPr>
          <p:cNvSpPr/>
          <p:nvPr/>
        </p:nvSpPr>
        <p:spPr>
          <a:xfrm>
            <a:off x="503954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22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09F63-D634-6791-FEDC-814F57D04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4D2E-D9F1-0B12-96D0-AE9133AAE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3497"/>
            <a:ext cx="9144000" cy="997191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Post-Order Traversal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5FDE01-CECC-5279-974B-08064A54A737}"/>
              </a:ext>
            </a:extLst>
          </p:cNvPr>
          <p:cNvGrpSpPr/>
          <p:nvPr/>
        </p:nvGrpSpPr>
        <p:grpSpPr>
          <a:xfrm>
            <a:off x="5066852" y="2953623"/>
            <a:ext cx="2285925" cy="2027564"/>
            <a:chOff x="5066852" y="3522489"/>
            <a:chExt cx="2285925" cy="2027564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2E90316-E969-EC68-805A-D51C5EAEA7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457" r="64251" b="27021"/>
            <a:stretch>
              <a:fillRect/>
            </a:stretch>
          </p:blipFill>
          <p:spPr bwMode="auto">
            <a:xfrm>
              <a:off x="5066852" y="3795384"/>
              <a:ext cx="2285925" cy="1754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ABBF01F-851B-941A-C793-D44ACA814F16}"/>
                </a:ext>
              </a:extLst>
            </p:cNvPr>
            <p:cNvSpPr/>
            <p:nvPr/>
          </p:nvSpPr>
          <p:spPr>
            <a:xfrm>
              <a:off x="6338170" y="3522489"/>
              <a:ext cx="713983" cy="39815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D17AADF-CB62-CDBC-2245-1C5F5946E48A}"/>
              </a:ext>
            </a:extLst>
          </p:cNvPr>
          <p:cNvSpPr txBox="1"/>
          <p:nvPr/>
        </p:nvSpPr>
        <p:spPr>
          <a:xfrm>
            <a:off x="4139482" y="4444643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Left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E982E3-5BFA-E452-E2E2-5204F7DE7FA9}"/>
              </a:ext>
            </a:extLst>
          </p:cNvPr>
          <p:cNvCxnSpPr>
            <a:cxnSpLocks/>
          </p:cNvCxnSpPr>
          <p:nvPr/>
        </p:nvCxnSpPr>
        <p:spPr>
          <a:xfrm flipH="1" flipV="1">
            <a:off x="6695161" y="3117233"/>
            <a:ext cx="875489" cy="12111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5EBB16-9CFF-DB8C-E4CA-7535FA877E39}"/>
              </a:ext>
            </a:extLst>
          </p:cNvPr>
          <p:cNvSpPr txBox="1"/>
          <p:nvPr/>
        </p:nvSpPr>
        <p:spPr>
          <a:xfrm>
            <a:off x="5853831" y="2766838"/>
            <a:ext cx="1005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3) Node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8D058-0255-C592-7800-945FF985782D}"/>
              </a:ext>
            </a:extLst>
          </p:cNvPr>
          <p:cNvSpPr txBox="1"/>
          <p:nvPr/>
        </p:nvSpPr>
        <p:spPr>
          <a:xfrm>
            <a:off x="7908587" y="4372785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2) Right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11D47C-DD04-EBCD-32A9-4AEE4720C81C}"/>
              </a:ext>
            </a:extLst>
          </p:cNvPr>
          <p:cNvCxnSpPr>
            <a:cxnSpLocks/>
          </p:cNvCxnSpPr>
          <p:nvPr/>
        </p:nvCxnSpPr>
        <p:spPr>
          <a:xfrm>
            <a:off x="7030810" y="2820910"/>
            <a:ext cx="1005732" cy="12829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6F9661-600B-DB54-F94E-A7C1D66273B1}"/>
              </a:ext>
            </a:extLst>
          </p:cNvPr>
          <p:cNvCxnSpPr>
            <a:cxnSpLocks/>
          </p:cNvCxnSpPr>
          <p:nvPr/>
        </p:nvCxnSpPr>
        <p:spPr>
          <a:xfrm flipV="1">
            <a:off x="4515177" y="3016698"/>
            <a:ext cx="908726" cy="11715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4442676-D1C0-9C5A-5BE1-A5FF02D39975}"/>
              </a:ext>
            </a:extLst>
          </p:cNvPr>
          <p:cNvSpPr txBox="1"/>
          <p:nvPr/>
        </p:nvSpPr>
        <p:spPr>
          <a:xfrm>
            <a:off x="5391753" y="5677009"/>
            <a:ext cx="58942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80AC13-0417-5FC2-AD26-C32646EF5250}"/>
              </a:ext>
            </a:extLst>
          </p:cNvPr>
          <p:cNvSpPr txBox="1"/>
          <p:nvPr/>
        </p:nvSpPr>
        <p:spPr>
          <a:xfrm>
            <a:off x="6071352" y="5677009"/>
            <a:ext cx="533636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72BE9-CEB8-FB85-81F5-B6BA56BFD5C6}"/>
              </a:ext>
            </a:extLst>
          </p:cNvPr>
          <p:cNvSpPr txBox="1"/>
          <p:nvPr/>
        </p:nvSpPr>
        <p:spPr>
          <a:xfrm>
            <a:off x="6695162" y="5677009"/>
            <a:ext cx="53363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B7E888F-31A2-B447-A480-DB82C72B8458}"/>
              </a:ext>
            </a:extLst>
          </p:cNvPr>
          <p:cNvSpPr txBox="1">
            <a:spLocks/>
          </p:cNvSpPr>
          <p:nvPr/>
        </p:nvSpPr>
        <p:spPr>
          <a:xfrm>
            <a:off x="1846584" y="1752167"/>
            <a:ext cx="8293767" cy="568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</a:rPr>
              <a:t>(</a:t>
            </a:r>
            <a:r>
              <a:rPr lang="en-US" sz="3200" dirty="0">
                <a:solidFill>
                  <a:srgbClr val="FF0000"/>
                </a:solidFill>
              </a:rPr>
              <a:t>Left – Right – Node </a:t>
            </a:r>
            <a:r>
              <a:rPr lang="en-US" sz="3200" dirty="0">
                <a:solidFill>
                  <a:srgbClr val="C00000"/>
                </a:solidFill>
              </a:rPr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0140B1-2BE0-598A-9EA9-A7302C96C6C1}"/>
              </a:ext>
            </a:extLst>
          </p:cNvPr>
          <p:cNvCxnSpPr>
            <a:cxnSpLocks/>
            <a:endCxn id="5" idx="1"/>
          </p:cNvCxnSpPr>
          <p:nvPr/>
        </p:nvCxnSpPr>
        <p:spPr>
          <a:xfrm flipH="1">
            <a:off x="5066852" y="3089843"/>
            <a:ext cx="768452" cy="1014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06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1" grpId="0" animBg="1"/>
      <p:bldP spid="12" grpId="0" animBg="1"/>
      <p:bldP spid="13" grpId="0" animBg="1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C8ED-2A87-B2A2-C3E2-CCC5F417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B32C-5AE1-CCCD-F804-734F00B07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Post-Order Traversal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003C9-F1FD-53C0-C18B-F032DE733DAE}"/>
              </a:ext>
            </a:extLst>
          </p:cNvPr>
          <p:cNvSpPr txBox="1"/>
          <p:nvPr/>
        </p:nvSpPr>
        <p:spPr>
          <a:xfrm>
            <a:off x="4894882" y="2245934"/>
            <a:ext cx="72499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“To traverse a BST </a:t>
            </a:r>
            <a:r>
              <a:rPr lang="en-US" sz="3600" i="1" dirty="0"/>
              <a:t>post order</a:t>
            </a:r>
            <a:r>
              <a:rPr lang="en-US" sz="3600" dirty="0"/>
              <a:t>, do the following at every node:</a:t>
            </a:r>
            <a:br>
              <a:rPr lang="en-US" sz="3600" dirty="0"/>
            </a:br>
            <a:r>
              <a:rPr lang="en-US" sz="3600" dirty="0"/>
              <a:t>1️⃣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left</a:t>
            </a:r>
            <a:r>
              <a:rPr lang="en-US" sz="3600" dirty="0"/>
              <a:t> subtree.</a:t>
            </a:r>
            <a:br>
              <a:rPr lang="en-US" sz="3600" dirty="0"/>
            </a:br>
            <a:r>
              <a:rPr lang="en-US" sz="3600" dirty="0"/>
              <a:t>2️⃣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right</a:t>
            </a:r>
            <a:r>
              <a:rPr lang="en-US" sz="3600" dirty="0"/>
              <a:t> subtree.” </a:t>
            </a:r>
          </a:p>
          <a:p>
            <a:r>
              <a:rPr lang="en-US" sz="3600" dirty="0"/>
              <a:t>3️⃣</a:t>
            </a:r>
            <a:r>
              <a:rPr lang="en-US" sz="3600" i="1" dirty="0"/>
              <a:t>Visit</a:t>
            </a:r>
            <a:r>
              <a:rPr lang="en-US" sz="3600" dirty="0"/>
              <a:t> (or print) the </a:t>
            </a:r>
            <a:r>
              <a:rPr lang="en-US" sz="3600" b="1" dirty="0"/>
              <a:t>current</a:t>
            </a:r>
            <a:r>
              <a:rPr lang="en-US" sz="3600" dirty="0"/>
              <a:t> node.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298E0-2509-A115-6BDD-4C413F4FB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66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0AF7E-280B-CEA5-BB7A-59B2B109D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872E-2AE7-FDFE-F7C5-BF54EEAD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Post-Order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68197-563D-60F9-23C0-1C6D779F7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79E02C-CC88-6A34-AE07-8AF2BB087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19" y="285919"/>
            <a:ext cx="4489633" cy="17114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EC366E-2A4C-93DB-DF6C-14948840BDE1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84C185-9E56-D587-D3EC-94204C9D6A77}"/>
              </a:ext>
            </a:extLst>
          </p:cNvPr>
          <p:cNvSpPr/>
          <p:nvPr/>
        </p:nvSpPr>
        <p:spPr>
          <a:xfrm>
            <a:off x="2113538" y="219609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D864AC-3DF2-39FA-7EBD-D5A718C8F7C2}"/>
              </a:ext>
            </a:extLst>
          </p:cNvPr>
          <p:cNvSpPr/>
          <p:nvPr/>
        </p:nvSpPr>
        <p:spPr>
          <a:xfrm>
            <a:off x="1571787" y="3343929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11D9CC-216C-4749-2A6D-BA7E70C6E3A7}"/>
              </a:ext>
            </a:extLst>
          </p:cNvPr>
          <p:cNvSpPr/>
          <p:nvPr/>
        </p:nvSpPr>
        <p:spPr>
          <a:xfrm>
            <a:off x="411198" y="4457648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EAE56C-75CE-F590-F03E-A48DFA4DB40B}"/>
              </a:ext>
            </a:extLst>
          </p:cNvPr>
          <p:cNvSpPr/>
          <p:nvPr/>
        </p:nvSpPr>
        <p:spPr>
          <a:xfrm>
            <a:off x="522668" y="453382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0B5A7C-731D-2DA6-437E-927BCCA5EFD0}"/>
              </a:ext>
            </a:extLst>
          </p:cNvPr>
          <p:cNvSpPr/>
          <p:nvPr/>
        </p:nvSpPr>
        <p:spPr>
          <a:xfrm>
            <a:off x="411198" y="5751127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B46B7D-373B-4929-58B8-D63F9DC4E0E5}"/>
              </a:ext>
            </a:extLst>
          </p:cNvPr>
          <p:cNvSpPr txBox="1"/>
          <p:nvPr/>
        </p:nvSpPr>
        <p:spPr>
          <a:xfrm>
            <a:off x="5870893" y="265959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to 8 → go left to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to 1 → both left/right null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go right to 6 → both left/right null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3 done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go right to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right again to 14 → print 14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10 done → print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8 done → print 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196DB0-5591-DB73-E489-838EC8DD0E08}"/>
              </a:ext>
            </a:extLst>
          </p:cNvPr>
          <p:cNvSpPr/>
          <p:nvPr/>
        </p:nvSpPr>
        <p:spPr>
          <a:xfrm>
            <a:off x="5879404" y="3429000"/>
            <a:ext cx="5945746" cy="2849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077DCF-F6D4-C29C-AED5-FA499B95C752}"/>
              </a:ext>
            </a:extLst>
          </p:cNvPr>
          <p:cNvSpPr/>
          <p:nvPr/>
        </p:nvSpPr>
        <p:spPr>
          <a:xfrm>
            <a:off x="7052717" y="2754739"/>
            <a:ext cx="2882370" cy="28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42E177-8C3A-F2BB-3DDC-52B03F558440}"/>
              </a:ext>
            </a:extLst>
          </p:cNvPr>
          <p:cNvSpPr/>
          <p:nvPr/>
        </p:nvSpPr>
        <p:spPr>
          <a:xfrm>
            <a:off x="5611531" y="3098967"/>
            <a:ext cx="4683935" cy="330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7DDF3C-FA0E-5963-2B05-2E1A82DD683C}"/>
              </a:ext>
            </a:extLst>
          </p:cNvPr>
          <p:cNvSpPr/>
          <p:nvPr/>
        </p:nvSpPr>
        <p:spPr>
          <a:xfrm>
            <a:off x="10295466" y="3139440"/>
            <a:ext cx="1181947" cy="330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1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DD16A-1500-B183-34E4-51D8FB05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BAA9B-29A9-1CD4-87E8-6477E5F5B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Post-Order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E5D4E-2146-54CB-46D8-509CFFD3F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1A0BAB-5A2F-E23B-FBA6-857F0642A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19" y="285919"/>
            <a:ext cx="4489633" cy="17114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B2475D-FF0E-0885-2EE4-D06C0B65E09F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66768D-1A8E-399F-418E-00C62F0DDD05}"/>
              </a:ext>
            </a:extLst>
          </p:cNvPr>
          <p:cNvSpPr/>
          <p:nvPr/>
        </p:nvSpPr>
        <p:spPr>
          <a:xfrm>
            <a:off x="2113538" y="219609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939324-E766-2C5D-A8D1-06B4FFBCDF1B}"/>
              </a:ext>
            </a:extLst>
          </p:cNvPr>
          <p:cNvSpPr/>
          <p:nvPr/>
        </p:nvSpPr>
        <p:spPr>
          <a:xfrm>
            <a:off x="1571787" y="3343929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F2C5B0-F1F9-1DCE-10F8-29F78447EAC4}"/>
              </a:ext>
            </a:extLst>
          </p:cNvPr>
          <p:cNvSpPr/>
          <p:nvPr/>
        </p:nvSpPr>
        <p:spPr>
          <a:xfrm>
            <a:off x="522668" y="453382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4C5787-DC27-3A41-5331-922D71F9D18B}"/>
              </a:ext>
            </a:extLst>
          </p:cNvPr>
          <p:cNvSpPr/>
          <p:nvPr/>
        </p:nvSpPr>
        <p:spPr>
          <a:xfrm>
            <a:off x="411198" y="5751127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4E43FA-94D0-04C0-1324-FB469297A765}"/>
              </a:ext>
            </a:extLst>
          </p:cNvPr>
          <p:cNvSpPr/>
          <p:nvPr/>
        </p:nvSpPr>
        <p:spPr>
          <a:xfrm>
            <a:off x="1571787" y="4441924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AB7509-A431-4FE6-6173-AE8F012378C5}"/>
              </a:ext>
            </a:extLst>
          </p:cNvPr>
          <p:cNvSpPr/>
          <p:nvPr/>
        </p:nvSpPr>
        <p:spPr>
          <a:xfrm>
            <a:off x="1660513" y="451809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B0E3E1-03CA-B2F6-EE78-8B0B8A5D9092}"/>
              </a:ext>
            </a:extLst>
          </p:cNvPr>
          <p:cNvSpPr/>
          <p:nvPr/>
        </p:nvSpPr>
        <p:spPr>
          <a:xfrm>
            <a:off x="1330661" y="5735406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BBB882-BCF2-5780-B070-2A353F902407}"/>
              </a:ext>
            </a:extLst>
          </p:cNvPr>
          <p:cNvSpPr txBox="1"/>
          <p:nvPr/>
        </p:nvSpPr>
        <p:spPr>
          <a:xfrm>
            <a:off x="5870893" y="265959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to 8 → go left to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to 1 → both left/right null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go right to 6 → both left/right null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3 done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go right to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right again to 14 → print 14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10 done → print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8 done → print 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7155A8-5207-8EA5-C47A-EF572D4A3FAF}"/>
              </a:ext>
            </a:extLst>
          </p:cNvPr>
          <p:cNvSpPr/>
          <p:nvPr/>
        </p:nvSpPr>
        <p:spPr>
          <a:xfrm>
            <a:off x="5879404" y="4145280"/>
            <a:ext cx="5945746" cy="213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123D2D-3B47-89DF-EE7D-09950856FB93}"/>
              </a:ext>
            </a:extLst>
          </p:cNvPr>
          <p:cNvSpPr/>
          <p:nvPr/>
        </p:nvSpPr>
        <p:spPr>
          <a:xfrm>
            <a:off x="7629985" y="3457852"/>
            <a:ext cx="4562015" cy="302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C094FD-55DB-9E28-7E41-CA9426F89DB7}"/>
              </a:ext>
            </a:extLst>
          </p:cNvPr>
          <p:cNvSpPr/>
          <p:nvPr/>
        </p:nvSpPr>
        <p:spPr>
          <a:xfrm>
            <a:off x="5870893" y="3868690"/>
            <a:ext cx="541751" cy="2765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BED36D-5847-4EDA-A2E8-48F4F1EFE37C}"/>
              </a:ext>
            </a:extLst>
          </p:cNvPr>
          <p:cNvSpPr/>
          <p:nvPr/>
        </p:nvSpPr>
        <p:spPr>
          <a:xfrm>
            <a:off x="6477106" y="3898817"/>
            <a:ext cx="1312227" cy="2765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1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56335-7DBB-45EE-0888-35D90E59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6B1C-AB03-785C-978A-9A7396A5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Post-Order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21217F-6BFA-5EDC-656B-1DC7EBC64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72C3DD-C15B-205E-5DC0-73CABEA04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719" y="285919"/>
            <a:ext cx="4489633" cy="17114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ED1A98-470D-D008-0DE7-687DD8C90BCE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09BF58-BA78-36EE-2521-4C173344834F}"/>
              </a:ext>
            </a:extLst>
          </p:cNvPr>
          <p:cNvSpPr/>
          <p:nvPr/>
        </p:nvSpPr>
        <p:spPr>
          <a:xfrm>
            <a:off x="2113538" y="219609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AAED3-5CE6-8F37-8D3E-2A06A13F0944}"/>
              </a:ext>
            </a:extLst>
          </p:cNvPr>
          <p:cNvSpPr/>
          <p:nvPr/>
        </p:nvSpPr>
        <p:spPr>
          <a:xfrm>
            <a:off x="1571787" y="3343929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70739D3-4101-9457-ABBB-392A8F400D8C}"/>
              </a:ext>
            </a:extLst>
          </p:cNvPr>
          <p:cNvSpPr/>
          <p:nvPr/>
        </p:nvSpPr>
        <p:spPr>
          <a:xfrm>
            <a:off x="522668" y="453382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3B4C5-455C-6328-9CA4-320889447101}"/>
              </a:ext>
            </a:extLst>
          </p:cNvPr>
          <p:cNvSpPr/>
          <p:nvPr/>
        </p:nvSpPr>
        <p:spPr>
          <a:xfrm>
            <a:off x="411198" y="5751127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A854A0-DD0A-2743-0209-3680B196FDDD}"/>
              </a:ext>
            </a:extLst>
          </p:cNvPr>
          <p:cNvSpPr/>
          <p:nvPr/>
        </p:nvSpPr>
        <p:spPr>
          <a:xfrm>
            <a:off x="1660513" y="451809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78A7F7-AB14-1BBA-28C6-C03C35FC6A97}"/>
              </a:ext>
            </a:extLst>
          </p:cNvPr>
          <p:cNvSpPr/>
          <p:nvPr/>
        </p:nvSpPr>
        <p:spPr>
          <a:xfrm>
            <a:off x="1330661" y="5735406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9EA2C0-1286-7836-2136-CD064387E4D7}"/>
              </a:ext>
            </a:extLst>
          </p:cNvPr>
          <p:cNvSpPr/>
          <p:nvPr/>
        </p:nvSpPr>
        <p:spPr>
          <a:xfrm>
            <a:off x="1660513" y="342900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FEF2E-E52E-170D-0BCB-0FFC86FDC2E4}"/>
              </a:ext>
            </a:extLst>
          </p:cNvPr>
          <p:cNvSpPr/>
          <p:nvPr/>
        </p:nvSpPr>
        <p:spPr>
          <a:xfrm>
            <a:off x="2250124" y="5735406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3DBAE6-D72C-860F-9820-6DE8F1EE6746}"/>
              </a:ext>
            </a:extLst>
          </p:cNvPr>
          <p:cNvSpPr/>
          <p:nvPr/>
        </p:nvSpPr>
        <p:spPr>
          <a:xfrm>
            <a:off x="2719893" y="3353681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9DAEFF-75FF-9CE9-6E3F-4A50510DA721}"/>
              </a:ext>
            </a:extLst>
          </p:cNvPr>
          <p:cNvGrpSpPr/>
          <p:nvPr/>
        </p:nvGrpSpPr>
        <p:grpSpPr>
          <a:xfrm>
            <a:off x="3749621" y="4511270"/>
            <a:ext cx="1083502" cy="720247"/>
            <a:chOff x="9644285" y="5772628"/>
            <a:chExt cx="1083502" cy="72024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CD6EB3-D94B-E49F-ABEE-5A268F3697BD}"/>
                </a:ext>
              </a:extLst>
            </p:cNvPr>
            <p:cNvSpPr/>
            <p:nvPr/>
          </p:nvSpPr>
          <p:spPr>
            <a:xfrm>
              <a:off x="9732675" y="5802814"/>
              <a:ext cx="906050" cy="56790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ED53C36-AD17-8667-A987-AE7B5AFF2A00}"/>
                </a:ext>
              </a:extLst>
            </p:cNvPr>
            <p:cNvSpPr/>
            <p:nvPr/>
          </p:nvSpPr>
          <p:spPr>
            <a:xfrm>
              <a:off x="9644285" y="5772628"/>
              <a:ext cx="1083502" cy="720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9195F205-E1FD-B3F9-C2CD-024EB03646CB}"/>
              </a:ext>
            </a:extLst>
          </p:cNvPr>
          <p:cNvSpPr/>
          <p:nvPr/>
        </p:nvSpPr>
        <p:spPr>
          <a:xfrm>
            <a:off x="3160579" y="5735118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7C8268-2D49-33B6-AA85-01BF22854313}"/>
              </a:ext>
            </a:extLst>
          </p:cNvPr>
          <p:cNvSpPr txBox="1"/>
          <p:nvPr/>
        </p:nvSpPr>
        <p:spPr>
          <a:xfrm>
            <a:off x="5870893" y="265959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to 8 → go left to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to 1 → both left/right null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go right to 6 → both left/right null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3 done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go right to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right again to 14 → print 14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10 done → print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8 done → print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282610-FC8C-DD19-D006-A5500234A4C6}"/>
              </a:ext>
            </a:extLst>
          </p:cNvPr>
          <p:cNvSpPr/>
          <p:nvPr/>
        </p:nvSpPr>
        <p:spPr>
          <a:xfrm>
            <a:off x="5879404" y="5289322"/>
            <a:ext cx="5945746" cy="9895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AFD2FB-0A77-AB22-B150-477EB3F9458D}"/>
              </a:ext>
            </a:extLst>
          </p:cNvPr>
          <p:cNvSpPr/>
          <p:nvPr/>
        </p:nvSpPr>
        <p:spPr>
          <a:xfrm>
            <a:off x="9072792" y="4169078"/>
            <a:ext cx="1344595" cy="3647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F866B6-F4CC-C483-BF9D-A4880F64C8FE}"/>
              </a:ext>
            </a:extLst>
          </p:cNvPr>
          <p:cNvSpPr/>
          <p:nvPr/>
        </p:nvSpPr>
        <p:spPr>
          <a:xfrm>
            <a:off x="5893499" y="4460663"/>
            <a:ext cx="3799141" cy="443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FF775-318B-D51F-3106-7FD00DF07AD3}"/>
              </a:ext>
            </a:extLst>
          </p:cNvPr>
          <p:cNvSpPr/>
          <p:nvPr/>
        </p:nvSpPr>
        <p:spPr>
          <a:xfrm>
            <a:off x="5970968" y="4864048"/>
            <a:ext cx="2608611" cy="367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3449CB-04F6-A828-C72A-CE2D179C6409}"/>
              </a:ext>
            </a:extLst>
          </p:cNvPr>
          <p:cNvSpPr/>
          <p:nvPr/>
        </p:nvSpPr>
        <p:spPr>
          <a:xfrm>
            <a:off x="8610507" y="4921850"/>
            <a:ext cx="1488533" cy="443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27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20" grpId="0" animBg="1"/>
      <p:bldP spid="25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6BF1-3952-DF3A-AA8E-F90C4F39A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F301-D82D-1BC0-0483-78B598D1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Post-Order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447095-5002-E649-1C80-2E2F19209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F5CC9C-75F7-B22C-7016-C459D10A1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19" y="285919"/>
            <a:ext cx="4489633" cy="17114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ED9BCF-2C5D-03EB-35AF-C99FCBD33065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F510C2-8497-DBF6-FCDE-C69914257024}"/>
              </a:ext>
            </a:extLst>
          </p:cNvPr>
          <p:cNvSpPr/>
          <p:nvPr/>
        </p:nvSpPr>
        <p:spPr>
          <a:xfrm>
            <a:off x="2113538" y="219609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46E1C4-38AB-D9DB-755D-F24B7F1E2350}"/>
              </a:ext>
            </a:extLst>
          </p:cNvPr>
          <p:cNvSpPr/>
          <p:nvPr/>
        </p:nvSpPr>
        <p:spPr>
          <a:xfrm>
            <a:off x="522668" y="453382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DA3934-F5C5-63FE-1EE7-9D01314975EC}"/>
              </a:ext>
            </a:extLst>
          </p:cNvPr>
          <p:cNvSpPr/>
          <p:nvPr/>
        </p:nvSpPr>
        <p:spPr>
          <a:xfrm>
            <a:off x="411198" y="5751127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44BE4A-7CBE-F3A9-10A2-5052A491C112}"/>
              </a:ext>
            </a:extLst>
          </p:cNvPr>
          <p:cNvSpPr/>
          <p:nvPr/>
        </p:nvSpPr>
        <p:spPr>
          <a:xfrm>
            <a:off x="1660513" y="451809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C6DB4-59F9-1A0D-2763-AB897A5D2149}"/>
              </a:ext>
            </a:extLst>
          </p:cNvPr>
          <p:cNvSpPr/>
          <p:nvPr/>
        </p:nvSpPr>
        <p:spPr>
          <a:xfrm>
            <a:off x="1330661" y="5735406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3E10D4-CFD7-F91A-4900-8137D9B13B39}"/>
              </a:ext>
            </a:extLst>
          </p:cNvPr>
          <p:cNvSpPr/>
          <p:nvPr/>
        </p:nvSpPr>
        <p:spPr>
          <a:xfrm>
            <a:off x="1660513" y="342900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89B949-C3D5-42D2-2946-0C1E461A3D9C}"/>
              </a:ext>
            </a:extLst>
          </p:cNvPr>
          <p:cNvSpPr/>
          <p:nvPr/>
        </p:nvSpPr>
        <p:spPr>
          <a:xfrm>
            <a:off x="2250124" y="5735406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0A94F3-17DE-36BD-6E45-B3BF027D837F}"/>
              </a:ext>
            </a:extLst>
          </p:cNvPr>
          <p:cNvSpPr/>
          <p:nvPr/>
        </p:nvSpPr>
        <p:spPr>
          <a:xfrm>
            <a:off x="2719893" y="3353681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1597909-213C-66F4-E5B3-C838A775EF48}"/>
              </a:ext>
            </a:extLst>
          </p:cNvPr>
          <p:cNvSpPr/>
          <p:nvPr/>
        </p:nvSpPr>
        <p:spPr>
          <a:xfrm>
            <a:off x="3838011" y="454145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D40C1E-140B-B4F8-BEDB-B8BB8799B023}"/>
              </a:ext>
            </a:extLst>
          </p:cNvPr>
          <p:cNvSpPr/>
          <p:nvPr/>
        </p:nvSpPr>
        <p:spPr>
          <a:xfrm>
            <a:off x="3160579" y="5735118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48B9F2-E7ED-2BD4-92A8-245AADF70F81}"/>
              </a:ext>
            </a:extLst>
          </p:cNvPr>
          <p:cNvSpPr/>
          <p:nvPr/>
        </p:nvSpPr>
        <p:spPr>
          <a:xfrm>
            <a:off x="2761415" y="3420101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DA92D5-29BF-CEFD-749A-2BCDA96ABB65}"/>
              </a:ext>
            </a:extLst>
          </p:cNvPr>
          <p:cNvSpPr/>
          <p:nvPr/>
        </p:nvSpPr>
        <p:spPr>
          <a:xfrm>
            <a:off x="4080042" y="5717418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4A9571-3393-DBFF-0F6A-BA007240E2F0}"/>
              </a:ext>
            </a:extLst>
          </p:cNvPr>
          <p:cNvSpPr/>
          <p:nvPr/>
        </p:nvSpPr>
        <p:spPr>
          <a:xfrm>
            <a:off x="2202264" y="228461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53635B-6397-0F20-FC54-B2F03170B9E5}"/>
              </a:ext>
            </a:extLst>
          </p:cNvPr>
          <p:cNvSpPr/>
          <p:nvPr/>
        </p:nvSpPr>
        <p:spPr>
          <a:xfrm>
            <a:off x="4999505" y="5717418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A4E974-A7A2-5B5C-8E2D-F72D6AAB8F93}"/>
              </a:ext>
            </a:extLst>
          </p:cNvPr>
          <p:cNvSpPr txBox="1"/>
          <p:nvPr/>
        </p:nvSpPr>
        <p:spPr>
          <a:xfrm>
            <a:off x="5870893" y="265959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to 8 → go left to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to 1 → both left/right null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go right to 6 → both left/right null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3 done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go right to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right again to 14 → print 14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10 done → print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8 done → print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8459D2-6B4D-A49B-9CE0-85BEFEC2F3CC}"/>
              </a:ext>
            </a:extLst>
          </p:cNvPr>
          <p:cNvSpPr/>
          <p:nvPr/>
        </p:nvSpPr>
        <p:spPr>
          <a:xfrm>
            <a:off x="9279501" y="5317861"/>
            <a:ext cx="2608611" cy="324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521246-8A74-0C84-66EA-50B5FDCBDAA1}"/>
              </a:ext>
            </a:extLst>
          </p:cNvPr>
          <p:cNvSpPr/>
          <p:nvPr/>
        </p:nvSpPr>
        <p:spPr>
          <a:xfrm>
            <a:off x="5909960" y="5697098"/>
            <a:ext cx="3145987" cy="2905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62FDE0-653F-5F17-E743-63EE1DB815B2}"/>
              </a:ext>
            </a:extLst>
          </p:cNvPr>
          <p:cNvSpPr/>
          <p:nvPr/>
        </p:nvSpPr>
        <p:spPr>
          <a:xfrm>
            <a:off x="9095014" y="5713786"/>
            <a:ext cx="1363013" cy="273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33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5" grpId="0" animBg="1"/>
      <p:bldP spid="19" grpId="0" animBg="1"/>
      <p:bldP spid="21" grpId="0" animBg="1"/>
      <p:bldP spid="26" grpId="0" animBg="1"/>
      <p:bldP spid="28" grpId="0" animBg="1"/>
      <p:bldP spid="29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903E-FD0C-21A2-DFC2-ED93FFAE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Traversal: Recap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E519E-E9F2-EAE4-6580-60BEE77F0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AD4DF-EF2D-9A91-B2C7-CDD83899C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705" y="2359524"/>
            <a:ext cx="6968275" cy="173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25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237FE-D78A-1076-1BAE-33C6B4C8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5F4E6-B4B0-0464-6675-2459D68480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toString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198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CDA-64FD-5EF8-7E6B-A992A4B35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toString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385DDF-9F19-1186-F003-EB2127DE0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8" y="2346892"/>
            <a:ext cx="4310455" cy="2916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8EF57D-2799-37D0-6CD8-409C15AB89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524" r="1462" b="4510"/>
          <a:stretch>
            <a:fillRect/>
          </a:stretch>
        </p:blipFill>
        <p:spPr>
          <a:xfrm>
            <a:off x="6833305" y="1933662"/>
            <a:ext cx="4310455" cy="380440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3216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F2BE5-4713-24F4-ED18-BF958D74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54A4-6A79-2063-59EF-01F2D86794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Removal</a:t>
            </a:r>
          </a:p>
        </p:txBody>
      </p:sp>
    </p:spTree>
    <p:extLst>
      <p:ext uri="{BB962C8B-B14F-4D97-AF65-F5344CB8AC3E}">
        <p14:creationId xmlns:p14="http://schemas.microsoft.com/office/powerpoint/2010/main" val="2826993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A893-F9C1-B2A5-2B02-AF9246DA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AEC7-3221-189A-DF29-DFE84B5A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7D41113-2E4E-6C26-5405-8CC134A65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1: A Leaf Node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D230A7-3B44-1630-C972-50CF3B6A9DB6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2FFC78-CA35-670A-4932-54C5EAA41DB2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6656737-DBE6-A909-ECA7-D31A14A66409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34478BF-B259-0BDC-99C4-6F957E50BF54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649ED7F1-AB11-C7BB-E7F9-3ED50E00A15D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DD8783-3181-F0E4-9AB4-02B5B6FB5AE1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95FCD2-3794-187C-C746-257E74B500C9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B9D4D6C-2AA3-CF83-B48A-B53EAC0C524C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DD22B40-F266-4707-2CA6-2BE40ADAD028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13F625B-B5F1-6AF4-5ED9-E287807FCDDE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A2AA544-9F19-D0F7-85B7-E15D393FC0B8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29AEAD6D-7E1F-86AB-F991-11B6AF39C840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6AF5B5D-9892-F0AF-C460-8195916F167B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A278D43-81EC-A173-7B7C-EF8D08958F33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41B0654-6E8F-3729-AD3B-E2F6737F8A11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5DD44C-7F8A-F259-8BC2-B618BE03ACE4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19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40222F-E887-946C-7A70-E0F7C6466169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3D6B0AF-9775-73DB-CC8A-8BFFF03F737E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DC78B2-7338-332A-FB6C-2AF153EDE002}"/>
              </a:ext>
            </a:extLst>
          </p:cNvPr>
          <p:cNvCxnSpPr>
            <a:endCxn id="9" idx="1"/>
          </p:cNvCxnSpPr>
          <p:nvPr/>
        </p:nvCxnSpPr>
        <p:spPr bwMode="auto">
          <a:xfrm rot="16200000" flipH="1">
            <a:off x="6923137" y="493141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37A4CDF-50D1-8333-7DE4-5ABB4562225A}"/>
              </a:ext>
            </a:extLst>
          </p:cNvPr>
          <p:cNvSpPr/>
          <p:nvPr/>
        </p:nvSpPr>
        <p:spPr bwMode="auto">
          <a:xfrm>
            <a:off x="7183399" y="519167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BE0D6C-F695-C80D-DD55-D91E42C8C9D1}"/>
              </a:ext>
            </a:extLst>
          </p:cNvPr>
          <p:cNvCxnSpPr>
            <a:cxnSpLocks/>
            <a:endCxn id="50" idx="7"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7C4A88-DAD5-7367-D311-4303448FEA0C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737D62-494E-93D4-0C16-AA514CE41A9E}"/>
              </a:ext>
            </a:extLst>
          </p:cNvPr>
          <p:cNvCxnSpPr>
            <a:cxnSpLocks/>
            <a:endCxn id="53" idx="7"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AE6758-05F6-3F41-882A-6F708B935FDF}"/>
              </a:ext>
            </a:extLst>
          </p:cNvPr>
          <p:cNvCxnSpPr>
            <a:cxnSpLocks/>
            <a:endCxn id="57" idx="7"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3AAF34-B3AF-EE6A-F0DC-5A3DBE77F3D7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0EA14A-21D8-6D3E-0A5D-1657AAF62880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E0E9B0-3960-B4D4-7FFE-FC3657414282}"/>
              </a:ext>
            </a:extLst>
          </p:cNvPr>
          <p:cNvCxnSpPr>
            <a:cxnSpLocks/>
            <a:stCxn id="50" idx="5"/>
            <a:endCxn id="51" idx="1"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3CFE89-BC7E-529C-85B8-EDA7F264A9F1}"/>
              </a:ext>
            </a:extLst>
          </p:cNvPr>
          <p:cNvCxnSpPr>
            <a:cxnSpLocks/>
            <a:stCxn id="45" idx="5"/>
            <a:endCxn id="9" idx="1"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5B07EDF-3D69-7B39-BBAB-0AAA61975922}"/>
              </a:ext>
            </a:extLst>
          </p:cNvPr>
          <p:cNvCxnSpPr>
            <a:cxnSpLocks/>
            <a:stCxn id="45" idx="3"/>
            <a:endCxn id="46" idx="7"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73CA13E-DC58-4141-F93F-2604656696E9}"/>
              </a:ext>
            </a:extLst>
          </p:cNvPr>
          <p:cNvSpPr/>
          <p:nvPr/>
        </p:nvSpPr>
        <p:spPr>
          <a:xfrm>
            <a:off x="6143275" y="4900020"/>
            <a:ext cx="563375" cy="949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8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4625-E1AA-420D-7173-82150EAC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D36F-7459-49EA-9483-F6A232C1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4A61B616-9FD4-B862-0370-94A3C1532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85C8A7-CACA-94DC-FAE2-D4AE46BEFF89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21D7BF-14BF-42FF-A049-FD48CFE2DDCC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D7E3F4-845F-4587-DC93-D8E610FF3B48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C6E3297-96DF-31C8-837E-0BABB0E096E7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5F737E45-FA07-7812-7AFD-A4D7B52148CE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FA7AD3-3B7D-2CA1-8920-42C7B57C531F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0B29570-BFF8-E88C-926F-FF4DCE776961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2566149-931A-9B16-4AA1-1B32CBAD0B23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9DC567-4876-10E7-75A9-A73B896F7D92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855B820-5EB7-5DF3-BB8B-062BAE06CEDE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2B81AE6-BE69-27D6-32EE-AEC81D0D4335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B66725C-53E3-3B37-5C5C-3706B062E798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C97C0A9-34A6-BF20-9637-45C7FB46FE07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8D44E98-D203-BB95-9178-C0AFB1A97A39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3453004-9533-CE35-48FC-EBA7CDB60879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2EBFD0-0123-DA8A-B600-C5A1A4039228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EC25158-923F-7D9A-B01D-F1B9FF3A61F5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60CDBEF-3862-F20A-5AE3-DFA5DCCFD487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D42436-D915-89FB-0007-7EF48B923814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6923137" y="4934288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DF6C8839-0257-C613-4A8B-AA8ED7C0576C}"/>
              </a:ext>
            </a:extLst>
          </p:cNvPr>
          <p:cNvSpPr/>
          <p:nvPr/>
        </p:nvSpPr>
        <p:spPr bwMode="auto">
          <a:xfrm>
            <a:off x="7183399" y="519455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E53CCF-E3B9-7911-C685-4ED4ABF9A653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6BB4ED-9D82-CFCE-3A6D-1B3ED9DEE114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F7D593-21F1-17A7-DBB4-0DD6F105010F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0C63FF-5D4D-C478-8AC9-DD996A418DCD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B00D5D-C19D-35DF-C4CD-433323576389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CA672E-4435-12EB-6CE3-BE8845AA014E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FF8668-41B2-4CDE-E61C-B7EBDAD2E5DC}"/>
              </a:ext>
            </a:extLst>
          </p:cNvPr>
          <p:cNvCxnSpPr>
            <a:cxnSpLocks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1B92B2-A664-4D5D-6793-28785D7DBC21}"/>
              </a:ext>
            </a:extLst>
          </p:cNvPr>
          <p:cNvCxnSpPr>
            <a:cxnSpLocks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8BDCDA-60ED-3B9E-0B2B-039B95DA20FA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ADC436-9560-F3F4-40BB-AE08BD3AB365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09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E10E-2974-3BF7-FBEA-6AE56B1F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E6C6-4A32-520E-FA5F-0F0233B6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ADB053C-3912-4059-37C7-1C407C80E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2CC026-B575-5376-E835-2B2DF38F9748}"/>
              </a:ext>
            </a:extLst>
          </p:cNvPr>
          <p:cNvCxnSpPr>
            <a:cxnSpLocks/>
            <a:stCxn id="42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0A3A00-E030-871B-8371-2D5D1B1D77C3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26EAC0-5CC0-8D56-4C2C-443106F533FE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AF52840-56B9-9B57-2578-33129B7CDF1C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06FBBC-CC98-1981-97BE-FCAE2981857F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AE81FED-67B5-CFB9-686F-D6B415905C84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6DF9D51-66BE-21CA-A9BC-BA94A28926A2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9462EAE-915B-8BD3-F1F1-6AA9CB0F376A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33C4B0B-1F33-8638-2DB7-75286B8B9A21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551C5FC-F8EB-F885-C739-DEBB96671CDD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0D2CA37-3F52-906C-4142-E9C7B4F0EFF8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DFF37E2-7C73-3C51-E627-2DCAE4C8A150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4649555-8D92-EF8A-C549-BB00066DBFD2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90F31B-60D2-AE90-8C91-D487C77A0F4E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D97FB72-B1DA-F60F-21E5-1A661BDB22B8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DE12787A-E50F-E55E-44CD-63EE88343B2B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00F1E1-B79D-DC7F-EBFE-11C9A30429E4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17FF1E2-0033-2910-F5E2-36DD8F9051DC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BA1A1-A83F-789A-B761-418A975379D9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0D273E-C492-8355-9C7F-7179BF7AE794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E70A18-262B-D351-CEDF-EA89CAEDECF2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00DE45-CC14-66BE-A392-12CC82AE27AE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F7EF03-03F1-9218-581F-6DEEC2E05C3A}"/>
              </a:ext>
            </a:extLst>
          </p:cNvPr>
          <p:cNvCxnSpPr>
            <a:cxnSpLocks/>
            <a:stCxn id="45" idx="3"/>
            <a:endCxn id="46" idx="7"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43B69D-2860-C0A0-7602-7AF940DD0593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3B9AA8-8B8C-37E0-2D4D-ECC071EE27BD}"/>
              </a:ext>
            </a:extLst>
          </p:cNvPr>
          <p:cNvCxnSpPr>
            <a:cxnSpLocks/>
            <a:stCxn id="45" idx="5"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FB2EAB-1E09-0CE5-3CDF-3BBA2D6E01A1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AAFB08-1E32-8742-294B-9C520320E6C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700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378C-5E04-2BD9-C9DA-F412C336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D289-BB8A-1400-4E00-6399BEBA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DE9DB21-FCEB-A632-396B-02014977D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440D2F-C97F-DC96-2A72-EF00B2581E08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2CBC40-92C4-CAE7-015D-6A298BE5F9F3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10CED8-6367-5425-CA90-1E677FB4D59C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ED9239-B456-CFC0-90BD-F2D9F7200E05}"/>
              </a:ext>
            </a:extLst>
          </p:cNvPr>
          <p:cNvCxnSpPr>
            <a:stCxn id="16" idx="3"/>
            <a:endCxn id="17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A27382A-19AA-19D7-B861-760B1B053EA4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D514D1-C48E-4B2B-AEC9-EAF2637931BD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D8F0D20-5C81-9BE9-D85D-6C3843D827F9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B128FA-216A-99FA-C98C-4251DF20E7A8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A9A56F-2DCD-BC9B-080E-6B42ED0B29CB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1D5147-6AF2-D247-6C94-EBE64F2C78FC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E1AA812-B985-D5D2-693E-15163BE16EEE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514919-2C8D-C1C6-F941-52E01C768FDC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85D2E3A-A272-90C7-47BF-C45D52969C24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E1F3243-3AF8-A702-392D-ED14108C26F3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8B47A8-5DE7-1F25-0FB7-F8A65DB7CDE6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6FE40BD-9F10-566E-66AE-F946B511FEEF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0CF716-808A-E206-E4CB-711F3C90018D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532AF56-634D-66D0-E20F-4E8056534F54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E6D5C4-CA19-C2B0-C63C-BCEE58511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356"/>
          <a:stretch>
            <a:fillRect/>
          </a:stretch>
        </p:blipFill>
        <p:spPr>
          <a:xfrm>
            <a:off x="3165933" y="5804149"/>
            <a:ext cx="6058211" cy="849685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68CDC2DE-BD90-CA93-8B79-8CF6D01ADC10}"/>
              </a:ext>
            </a:extLst>
          </p:cNvPr>
          <p:cNvSpPr/>
          <p:nvPr/>
        </p:nvSpPr>
        <p:spPr>
          <a:xfrm>
            <a:off x="6092047" y="3527490"/>
            <a:ext cx="2747074" cy="1627238"/>
          </a:xfrm>
          <a:prstGeom prst="triangle">
            <a:avLst>
              <a:gd name="adj" fmla="val 4795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B47E8D-CC29-F658-997B-C2AB489AEE37}"/>
              </a:ext>
            </a:extLst>
          </p:cNvPr>
          <p:cNvSpPr/>
          <p:nvPr/>
        </p:nvSpPr>
        <p:spPr>
          <a:xfrm>
            <a:off x="5801635" y="3323813"/>
            <a:ext cx="504176" cy="461372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17D7C1-EBFA-B1DA-F697-988750E95256}"/>
              </a:ext>
            </a:extLst>
          </p:cNvPr>
          <p:cNvSpPr/>
          <p:nvPr/>
        </p:nvSpPr>
        <p:spPr>
          <a:xfrm>
            <a:off x="7064236" y="3891024"/>
            <a:ext cx="541910" cy="46229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EFBC3E9-CA50-70B5-1F04-2649090C5A89}"/>
              </a:ext>
            </a:extLst>
          </p:cNvPr>
          <p:cNvSpPr/>
          <p:nvPr/>
        </p:nvSpPr>
        <p:spPr>
          <a:xfrm>
            <a:off x="6655352" y="4524595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1902D7-8B3B-760A-5CB7-7999C34D3EC7}"/>
              </a:ext>
            </a:extLst>
          </p:cNvPr>
          <p:cNvSpPr txBox="1"/>
          <p:nvPr/>
        </p:nvSpPr>
        <p:spPr>
          <a:xfrm>
            <a:off x="8983677" y="1499192"/>
            <a:ext cx="3041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The node to promote:</a:t>
            </a:r>
          </a:p>
          <a:p>
            <a:endParaRPr lang="en-US" dirty="0"/>
          </a:p>
          <a:p>
            <a:r>
              <a:rPr lang="en-US" dirty="0"/>
              <a:t>Is it in the left or right subtree?</a:t>
            </a:r>
          </a:p>
          <a:p>
            <a:endParaRPr lang="en-US" dirty="0"/>
          </a:p>
          <a:p>
            <a:r>
              <a:rPr lang="en-US" dirty="0"/>
              <a:t>Is it the smallest value or the largest value in the right subtree?</a:t>
            </a:r>
          </a:p>
          <a:p>
            <a:endParaRPr lang="en-US" dirty="0"/>
          </a:p>
          <a:p>
            <a:r>
              <a:rPr lang="en-US" dirty="0"/>
              <a:t>Where is the smallest value located in the right subtree?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CA0FC-8E0D-C6D9-7575-428994676580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13DFD0-F0C7-C4F7-CB76-63C5EBFF874A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D053AA-D6E0-711A-2DDE-AE58CCE51258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C462FE-B6A1-AD6D-0A35-534F214BD58B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0C3636-7A89-4E48-5D03-71DB0FD6C9AA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0D997-3497-0E43-CE0C-4623498F7362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65B1E3-1E84-5F2B-B375-459346BA9F9C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DB4792A-D11D-E326-D29B-EBEDD2255F8E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AE7B7E3-6990-C7F5-F606-899203355D72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81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4" grpId="0" animBg="1"/>
      <p:bldP spid="35" grpId="0" animBg="1"/>
      <p:bldP spid="36" grpId="0" animBg="1"/>
      <p:bldP spid="3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5C26A-8C0E-59F4-62F1-4040302E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AA42-CD84-22F1-16B9-923E11AF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DECBEE0-B345-AFC4-ECA5-EFFFB551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4B52DD-11AA-70BE-41B2-AB378BEC9C46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FCE39E-2156-7514-3875-33FB4BC74773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0CBDEC-5F84-E620-521B-DC69E663788A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381CC12-1BB1-752D-7ED4-06447A4D5AD6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6879DC-92BF-A5D0-AEF0-83FBF67CD5D5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E556F8-41FC-3AB0-F0A1-67809063E459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BDD203-179A-C3BF-B826-D9A902BE7DE1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CF5C64-0554-0A2A-8426-062D36C125D6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42399C5-20C7-0CA2-99F0-F20DF34402FC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4F76EA-2D67-03FC-4B77-1491DFAF90B0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03F16FD-C88A-EE36-0105-AEE2EB42CF07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047E143-625E-53F2-59E7-D1909777D5DC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7AF302-03F7-CE6A-960F-31004C14068B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FC80349-FB5C-3BCD-F323-E8B03416E1FE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F1087B-3FD1-2249-0DE8-55A2CACFDC2F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EB2D026-F374-44FD-581D-AE7E4F831FC0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F0E76B-4309-218C-1C18-CD80D8AB59CD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2E6539-3484-A6FF-1438-C1F7BD35193F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5D014F-DFA3-37B5-ABB2-20F6E3B9A1A1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5767BA-55F5-1D67-729A-228D3B92E44E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8BF43-794F-A8AA-4D88-612604B91CC2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8C3331-4C31-EB10-E7E8-DDFB97A30964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3D16FC-C7FD-663A-4DAE-88D53338E8E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CA6EA4-226E-D1E7-3433-ABCA58EB2DFE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22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9699</TotalTime>
  <Words>1666</Words>
  <Application>Microsoft Office PowerPoint</Application>
  <PresentationFormat>Widescreen</PresentationFormat>
  <Paragraphs>358</Paragraphs>
  <Slides>40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Aptos</vt:lpstr>
      <vt:lpstr>Aptos Display</vt:lpstr>
      <vt:lpstr>Arial</vt:lpstr>
      <vt:lpstr>Helvetica Neue</vt:lpstr>
      <vt:lpstr>system-ui</vt:lpstr>
      <vt:lpstr>Wingdings</vt:lpstr>
      <vt:lpstr>Wingdings 2</vt:lpstr>
      <vt:lpstr>Office Theme</vt:lpstr>
      <vt:lpstr>Comparator</vt:lpstr>
      <vt:lpstr>PowerPoint Presentation</vt:lpstr>
      <vt:lpstr>Binary Search Tree</vt:lpstr>
      <vt:lpstr>Tree Terminology</vt:lpstr>
      <vt:lpstr>Binary Search Tree</vt:lpstr>
      <vt:lpstr>BST Applications</vt:lpstr>
      <vt:lpstr>BST Applications</vt:lpstr>
      <vt:lpstr>BST Operations: Finding</vt:lpstr>
      <vt:lpstr>BST Operations: Finding</vt:lpstr>
      <vt:lpstr>BST Operations: Adding</vt:lpstr>
      <vt:lpstr>Traversal</vt:lpstr>
      <vt:lpstr>Binary Search Tree</vt:lpstr>
      <vt:lpstr>In-Order Traversal</vt:lpstr>
      <vt:lpstr>In-Order Traversal</vt:lpstr>
      <vt:lpstr>In-Order Traversal</vt:lpstr>
      <vt:lpstr>In-Order Traversal</vt:lpstr>
      <vt:lpstr>In-Order Traversal</vt:lpstr>
      <vt:lpstr>In-Order Traversal</vt:lpstr>
      <vt:lpstr>In-Order Traversal</vt:lpstr>
      <vt:lpstr>Pre-Order Traversal</vt:lpstr>
      <vt:lpstr>Pre-Order Traversal</vt:lpstr>
      <vt:lpstr>Pre-Order Traversal</vt:lpstr>
      <vt:lpstr>Pre-Order Traversal</vt:lpstr>
      <vt:lpstr>Pre-Order Traversal</vt:lpstr>
      <vt:lpstr>Pre-Order Traversal</vt:lpstr>
      <vt:lpstr>Post-Order Traversal</vt:lpstr>
      <vt:lpstr>Post-Order Traversal</vt:lpstr>
      <vt:lpstr>Post-Order Traversal</vt:lpstr>
      <vt:lpstr>Post-Order Traversal</vt:lpstr>
      <vt:lpstr>Post-Order Traversal</vt:lpstr>
      <vt:lpstr>Post-Order Traversal</vt:lpstr>
      <vt:lpstr>Traversal: Recap</vt:lpstr>
      <vt:lpstr>toString</vt:lpstr>
      <vt:lpstr>toString</vt:lpstr>
      <vt:lpstr>Removal</vt:lpstr>
      <vt:lpstr>BST Operations: Removing</vt:lpstr>
      <vt:lpstr>BST Operations: Removing</vt:lpstr>
      <vt:lpstr>BST Operations: Removing</vt:lpstr>
      <vt:lpstr>BST Operations: Removing</vt:lpstr>
      <vt:lpstr>BST Operations: Removing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 Gedawy</dc:creator>
  <cp:lastModifiedBy>Hend Gedawy</cp:lastModifiedBy>
  <cp:revision>18</cp:revision>
  <dcterms:created xsi:type="dcterms:W3CDTF">2025-10-07T09:47:52Z</dcterms:created>
  <dcterms:modified xsi:type="dcterms:W3CDTF">2025-10-23T19:59:25Z</dcterms:modified>
</cp:coreProperties>
</file>